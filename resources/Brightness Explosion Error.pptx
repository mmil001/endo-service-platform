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4"/>
  </p:notesMasterIdLst>
  <p:sldIdLst>
    <p:sldId id="262" r:id="rId2"/>
    <p:sldId id="2122624608" r:id="rId3"/>
    <p:sldId id="2122624667" r:id="rId4"/>
    <p:sldId id="2122624661" r:id="rId5"/>
    <p:sldId id="2122624662" r:id="rId6"/>
    <p:sldId id="2122624668" r:id="rId7"/>
    <p:sldId id="2122624669" r:id="rId8"/>
    <p:sldId id="2122624670" r:id="rId9"/>
    <p:sldId id="2122624671" r:id="rId10"/>
    <p:sldId id="2122624672" r:id="rId11"/>
    <p:sldId id="2122624673" r:id="rId12"/>
    <p:sldId id="263"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a:srgbClr val="D1F7FB"/>
    <a:srgbClr val="FFFF99"/>
    <a:srgbClr val="00B050"/>
    <a:srgbClr val="6A86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43A553-DCA5-4B7D-8941-35189771E73E}" v="34" dt="2025-05-29T01:38:58.51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4" autoAdjust="0"/>
    <p:restoredTop sz="96781" autoAdjust="0"/>
  </p:normalViewPr>
  <p:slideViewPr>
    <p:cSldViewPr snapToGrid="0">
      <p:cViewPr varScale="1">
        <p:scale>
          <a:sx n="120" d="100"/>
          <a:sy n="120" d="100"/>
        </p:scale>
        <p:origin x="13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s Magalhaes" userId="40e7feb1-b236-4492-ba05-9866385e6df6" providerId="ADAL" clId="{8FA66337-B23C-441F-90DB-219F91D65291}"/>
    <pc:docChg chg="undo custSel addSld modSld">
      <pc:chgData name="Marcos Magalhaes" userId="40e7feb1-b236-4492-ba05-9866385e6df6" providerId="ADAL" clId="{8FA66337-B23C-441F-90DB-219F91D65291}" dt="2025-02-26T18:44:33.106" v="3073" actId="255"/>
      <pc:docMkLst>
        <pc:docMk/>
      </pc:docMkLst>
      <pc:sldChg chg="modSp mod">
        <pc:chgData name="Marcos Magalhaes" userId="40e7feb1-b236-4492-ba05-9866385e6df6" providerId="ADAL" clId="{8FA66337-B23C-441F-90DB-219F91D65291}" dt="2025-02-26T17:23:01.906" v="51" actId="255"/>
        <pc:sldMkLst>
          <pc:docMk/>
          <pc:sldMk cId="1386677359" sldId="262"/>
        </pc:sldMkLst>
        <pc:spChg chg="mod">
          <ac:chgData name="Marcos Magalhaes" userId="40e7feb1-b236-4492-ba05-9866385e6df6" providerId="ADAL" clId="{8FA66337-B23C-441F-90DB-219F91D65291}" dt="2025-02-26T17:22:53.962" v="49" actId="255"/>
          <ac:spMkLst>
            <pc:docMk/>
            <pc:sldMk cId="1386677359" sldId="262"/>
            <ac:spMk id="3" creationId="{EA344B25-997F-BB49-B147-95F6C08DCCDA}"/>
          </ac:spMkLst>
        </pc:spChg>
        <pc:spChg chg="mod">
          <ac:chgData name="Marcos Magalhaes" userId="40e7feb1-b236-4492-ba05-9866385e6df6" providerId="ADAL" clId="{8FA66337-B23C-441F-90DB-219F91D65291}" dt="2025-02-26T17:23:01.906" v="51" actId="255"/>
          <ac:spMkLst>
            <pc:docMk/>
            <pc:sldMk cId="1386677359" sldId="262"/>
            <ac:spMk id="6" creationId="{00000000-0000-0000-0000-000000000000}"/>
          </ac:spMkLst>
        </pc:spChg>
      </pc:sldChg>
      <pc:sldChg chg="modSp mod">
        <pc:chgData name="Marcos Magalhaes" userId="40e7feb1-b236-4492-ba05-9866385e6df6" providerId="ADAL" clId="{8FA66337-B23C-441F-90DB-219F91D65291}" dt="2025-02-26T18:44:33.106" v="3073" actId="255"/>
        <pc:sldMkLst>
          <pc:docMk/>
          <pc:sldMk cId="4224425853" sldId="263"/>
        </pc:sldMkLst>
        <pc:spChg chg="mod">
          <ac:chgData name="Marcos Magalhaes" userId="40e7feb1-b236-4492-ba05-9866385e6df6" providerId="ADAL" clId="{8FA66337-B23C-441F-90DB-219F91D65291}" dt="2025-02-26T18:44:33.106" v="3073" actId="255"/>
          <ac:spMkLst>
            <pc:docMk/>
            <pc:sldMk cId="4224425853" sldId="263"/>
            <ac:spMk id="9" creationId="{01BF4748-0A47-1046-9F94-9BED5FBBEBF6}"/>
          </ac:spMkLst>
        </pc:spChg>
      </pc:sldChg>
      <pc:sldChg chg="addSp delSp modSp mod delAnim modAnim">
        <pc:chgData name="Marcos Magalhaes" userId="40e7feb1-b236-4492-ba05-9866385e6df6" providerId="ADAL" clId="{8FA66337-B23C-441F-90DB-219F91D65291}" dt="2025-02-26T18:41:00.196" v="3051" actId="1076"/>
        <pc:sldMkLst>
          <pc:docMk/>
          <pc:sldMk cId="2577858216" sldId="2122624608"/>
        </pc:sldMkLst>
        <pc:spChg chg="mod">
          <ac:chgData name="Marcos Magalhaes" userId="40e7feb1-b236-4492-ba05-9866385e6df6" providerId="ADAL" clId="{8FA66337-B23C-441F-90DB-219F91D65291}" dt="2025-02-26T18:11:04.547" v="2274" actId="255"/>
          <ac:spMkLst>
            <pc:docMk/>
            <pc:sldMk cId="2577858216" sldId="2122624608"/>
            <ac:spMk id="2" creationId="{316B68A7-0FCC-4C4B-8A36-2669D4CB1C97}"/>
          </ac:spMkLst>
        </pc:spChg>
        <pc:spChg chg="mod">
          <ac:chgData name="Marcos Magalhaes" userId="40e7feb1-b236-4492-ba05-9866385e6df6" providerId="ADAL" clId="{8FA66337-B23C-441F-90DB-219F91D65291}" dt="2025-02-26T18:11:38.866" v="2277" actId="255"/>
          <ac:spMkLst>
            <pc:docMk/>
            <pc:sldMk cId="2577858216" sldId="2122624608"/>
            <ac:spMk id="6" creationId="{00000000-0000-0000-0000-000000000000}"/>
          </ac:spMkLst>
        </pc:spChg>
        <pc:spChg chg="mod">
          <ac:chgData name="Marcos Magalhaes" userId="40e7feb1-b236-4492-ba05-9866385e6df6" providerId="ADAL" clId="{8FA66337-B23C-441F-90DB-219F91D65291}" dt="2025-02-26T18:11:47.456" v="2283" actId="20577"/>
          <ac:spMkLst>
            <pc:docMk/>
            <pc:sldMk cId="2577858216" sldId="2122624608"/>
            <ac:spMk id="7" creationId="{AAFE4947-40FC-F8D2-C4F6-282C7C237715}"/>
          </ac:spMkLst>
        </pc:spChg>
        <pc:picChg chg="add del mod">
          <ac:chgData name="Marcos Magalhaes" userId="40e7feb1-b236-4492-ba05-9866385e6df6" providerId="ADAL" clId="{8FA66337-B23C-441F-90DB-219F91D65291}" dt="2025-02-26T18:40:10.303" v="3039" actId="478"/>
          <ac:picMkLst>
            <pc:docMk/>
            <pc:sldMk cId="2577858216" sldId="2122624608"/>
            <ac:picMk id="4" creationId="{F658405B-ADD8-82F0-B008-CC7A18B2D7E8}"/>
          </ac:picMkLst>
        </pc:picChg>
        <pc:picChg chg="del mod">
          <ac:chgData name="Marcos Magalhaes" userId="40e7feb1-b236-4492-ba05-9866385e6df6" providerId="ADAL" clId="{8FA66337-B23C-441F-90DB-219F91D65291}" dt="2025-02-26T17:24:11.558" v="277" actId="478"/>
          <ac:picMkLst>
            <pc:docMk/>
            <pc:sldMk cId="2577858216" sldId="2122624608"/>
            <ac:picMk id="5" creationId="{5C39C8CE-EED3-900E-A71A-DE22DE7B04E1}"/>
          </ac:picMkLst>
        </pc:picChg>
        <pc:picChg chg="del">
          <ac:chgData name="Marcos Magalhaes" userId="40e7feb1-b236-4492-ba05-9866385e6df6" providerId="ADAL" clId="{8FA66337-B23C-441F-90DB-219F91D65291}" dt="2025-02-26T17:24:10.267" v="275" actId="478"/>
          <ac:picMkLst>
            <pc:docMk/>
            <pc:sldMk cId="2577858216" sldId="2122624608"/>
            <ac:picMk id="9" creationId="{D4818685-DCA1-01D6-7104-993E9834341F}"/>
          </ac:picMkLst>
        </pc:picChg>
        <pc:picChg chg="add del mod">
          <ac:chgData name="Marcos Magalhaes" userId="40e7feb1-b236-4492-ba05-9866385e6df6" providerId="ADAL" clId="{8FA66337-B23C-441F-90DB-219F91D65291}" dt="2025-02-26T18:40:11.730" v="3040" actId="478"/>
          <ac:picMkLst>
            <pc:docMk/>
            <pc:sldMk cId="2577858216" sldId="2122624608"/>
            <ac:picMk id="10" creationId="{9557B076-713B-EA99-BE44-3246694704EF}"/>
          </ac:picMkLst>
        </pc:picChg>
        <pc:picChg chg="add del mod">
          <ac:chgData name="Marcos Magalhaes" userId="40e7feb1-b236-4492-ba05-9866385e6df6" providerId="ADAL" clId="{8FA66337-B23C-441F-90DB-219F91D65291}" dt="2025-02-26T18:32:34.059" v="3038" actId="478"/>
          <ac:picMkLst>
            <pc:docMk/>
            <pc:sldMk cId="2577858216" sldId="2122624608"/>
            <ac:picMk id="11" creationId="{07D04AE9-14F6-C2B6-D13A-04D701D7E22C}"/>
          </ac:picMkLst>
        </pc:picChg>
        <pc:picChg chg="add mod">
          <ac:chgData name="Marcos Magalhaes" userId="40e7feb1-b236-4492-ba05-9866385e6df6" providerId="ADAL" clId="{8FA66337-B23C-441F-90DB-219F91D65291}" dt="2025-02-26T18:40:39.859" v="3047" actId="1076"/>
          <ac:picMkLst>
            <pc:docMk/>
            <pc:sldMk cId="2577858216" sldId="2122624608"/>
            <ac:picMk id="12" creationId="{D6207893-6B19-394C-49A8-9045B927FCDB}"/>
          </ac:picMkLst>
        </pc:picChg>
        <pc:picChg chg="add mod">
          <ac:chgData name="Marcos Magalhaes" userId="40e7feb1-b236-4492-ba05-9866385e6df6" providerId="ADAL" clId="{8FA66337-B23C-441F-90DB-219F91D65291}" dt="2025-02-26T18:41:00.196" v="3051" actId="1076"/>
          <ac:picMkLst>
            <pc:docMk/>
            <pc:sldMk cId="2577858216" sldId="2122624608"/>
            <ac:picMk id="13" creationId="{34F92199-5D51-59E2-B1D4-2272D23E9046}"/>
          </ac:picMkLst>
        </pc:picChg>
      </pc:sldChg>
      <pc:sldChg chg="addSp delSp modSp add mod modAnim">
        <pc:chgData name="Marcos Magalhaes" userId="40e7feb1-b236-4492-ba05-9866385e6df6" providerId="ADAL" clId="{8FA66337-B23C-441F-90DB-219F91D65291}" dt="2025-02-26T18:13:15.388" v="2317" actId="1076"/>
        <pc:sldMkLst>
          <pc:docMk/>
          <pc:sldMk cId="3229992494" sldId="2122624661"/>
        </pc:sldMkLst>
        <pc:spChg chg="mod">
          <ac:chgData name="Marcos Magalhaes" userId="40e7feb1-b236-4492-ba05-9866385e6df6" providerId="ADAL" clId="{8FA66337-B23C-441F-90DB-219F91D65291}" dt="2025-02-26T18:11:00.004" v="2272" actId="255"/>
          <ac:spMkLst>
            <pc:docMk/>
            <pc:sldMk cId="3229992494" sldId="2122624661"/>
            <ac:spMk id="2" creationId="{316B68A7-0FCC-4C4B-8A36-2669D4CB1C97}"/>
          </ac:spMkLst>
        </pc:spChg>
        <pc:spChg chg="add mod">
          <ac:chgData name="Marcos Magalhaes" userId="40e7feb1-b236-4492-ba05-9866385e6df6" providerId="ADAL" clId="{8FA66337-B23C-441F-90DB-219F91D65291}" dt="2025-02-26T18:13:15.388" v="2317" actId="1076"/>
          <ac:spMkLst>
            <pc:docMk/>
            <pc:sldMk cId="3229992494" sldId="2122624661"/>
            <ac:spMk id="4" creationId="{8DE5CC1D-0008-AEA4-4621-A6E2BA28ACDF}"/>
          </ac:spMkLst>
        </pc:spChg>
        <pc:spChg chg="mod">
          <ac:chgData name="Marcos Magalhaes" userId="40e7feb1-b236-4492-ba05-9866385e6df6" providerId="ADAL" clId="{8FA66337-B23C-441F-90DB-219F91D65291}" dt="2025-02-26T18:12:53.337" v="2314" actId="113"/>
          <ac:spMkLst>
            <pc:docMk/>
            <pc:sldMk cId="3229992494" sldId="2122624661"/>
            <ac:spMk id="5" creationId="{00000000-0000-0000-0000-000000000000}"/>
          </ac:spMkLst>
        </pc:spChg>
        <pc:spChg chg="add mod">
          <ac:chgData name="Marcos Magalhaes" userId="40e7feb1-b236-4492-ba05-9866385e6df6" providerId="ADAL" clId="{8FA66337-B23C-441F-90DB-219F91D65291}" dt="2025-02-26T18:13:15.388" v="2317" actId="1076"/>
          <ac:spMkLst>
            <pc:docMk/>
            <pc:sldMk cId="3229992494" sldId="2122624661"/>
            <ac:spMk id="8" creationId="{F9647D60-0A43-F579-576F-0F51E1BE796C}"/>
          </ac:spMkLst>
        </pc:spChg>
        <pc:spChg chg="add">
          <ac:chgData name="Marcos Magalhaes" userId="40e7feb1-b236-4492-ba05-9866385e6df6" providerId="ADAL" clId="{8FA66337-B23C-441F-90DB-219F91D65291}" dt="2025-02-26T18:12:33.099" v="2307"/>
          <ac:spMkLst>
            <pc:docMk/>
            <pc:sldMk cId="3229992494" sldId="2122624661"/>
            <ac:spMk id="9" creationId="{64A7BEF6-B727-7BC6-DBA0-EC8F2D779A3D}"/>
          </ac:spMkLst>
        </pc:spChg>
        <pc:spChg chg="del mod">
          <ac:chgData name="Marcos Magalhaes" userId="40e7feb1-b236-4492-ba05-9866385e6df6" providerId="ADAL" clId="{8FA66337-B23C-441F-90DB-219F91D65291}" dt="2025-02-26T17:29:26.498" v="810"/>
          <ac:spMkLst>
            <pc:docMk/>
            <pc:sldMk cId="3229992494" sldId="2122624661"/>
            <ac:spMk id="11" creationId="{21A42471-8308-54F0-7EBA-130B81091AE1}"/>
          </ac:spMkLst>
        </pc:spChg>
        <pc:spChg chg="add">
          <ac:chgData name="Marcos Magalhaes" userId="40e7feb1-b236-4492-ba05-9866385e6df6" providerId="ADAL" clId="{8FA66337-B23C-441F-90DB-219F91D65291}" dt="2025-02-26T18:12:36.971" v="2308"/>
          <ac:spMkLst>
            <pc:docMk/>
            <pc:sldMk cId="3229992494" sldId="2122624661"/>
            <ac:spMk id="12" creationId="{8DDFAAF7-6D13-37EB-7AED-E93F711B2E66}"/>
          </ac:spMkLst>
        </pc:spChg>
        <pc:picChg chg="add mod">
          <ac:chgData name="Marcos Magalhaes" userId="40e7feb1-b236-4492-ba05-9866385e6df6" providerId="ADAL" clId="{8FA66337-B23C-441F-90DB-219F91D65291}" dt="2025-02-26T18:13:15.388" v="2317" actId="1076"/>
          <ac:picMkLst>
            <pc:docMk/>
            <pc:sldMk cId="3229992494" sldId="2122624661"/>
            <ac:picMk id="3" creationId="{E6B8E497-4E4E-6359-F88D-0C3F8284D573}"/>
          </ac:picMkLst>
        </pc:picChg>
        <pc:picChg chg="del">
          <ac:chgData name="Marcos Magalhaes" userId="40e7feb1-b236-4492-ba05-9866385e6df6" providerId="ADAL" clId="{8FA66337-B23C-441F-90DB-219F91D65291}" dt="2025-02-26T17:29:21.397" v="806" actId="478"/>
          <ac:picMkLst>
            <pc:docMk/>
            <pc:sldMk cId="3229992494" sldId="2122624661"/>
            <ac:picMk id="6" creationId="{9D1977AD-DB09-0131-F3C8-CA32B3FEC82B}"/>
          </ac:picMkLst>
        </pc:picChg>
        <pc:picChg chg="add mod">
          <ac:chgData name="Marcos Magalhaes" userId="40e7feb1-b236-4492-ba05-9866385e6df6" providerId="ADAL" clId="{8FA66337-B23C-441F-90DB-219F91D65291}" dt="2025-02-26T18:13:15.388" v="2317" actId="1076"/>
          <ac:picMkLst>
            <pc:docMk/>
            <pc:sldMk cId="3229992494" sldId="2122624661"/>
            <ac:picMk id="7" creationId="{EC9B8B3F-B4F1-7B05-BED2-094E9AA2384F}"/>
          </ac:picMkLst>
        </pc:picChg>
        <pc:picChg chg="del">
          <ac:chgData name="Marcos Magalhaes" userId="40e7feb1-b236-4492-ba05-9866385e6df6" providerId="ADAL" clId="{8FA66337-B23C-441F-90DB-219F91D65291}" dt="2025-02-26T17:29:21.836" v="807" actId="478"/>
          <ac:picMkLst>
            <pc:docMk/>
            <pc:sldMk cId="3229992494" sldId="2122624661"/>
            <ac:picMk id="10" creationId="{F30933E3-3E91-035B-4A5F-A1AD6A28F68D}"/>
          </ac:picMkLst>
        </pc:picChg>
      </pc:sldChg>
      <pc:sldChg chg="addSp delSp modSp add mod">
        <pc:chgData name="Marcos Magalhaes" userId="40e7feb1-b236-4492-ba05-9866385e6df6" providerId="ADAL" clId="{8FA66337-B23C-441F-90DB-219F91D65291}" dt="2025-02-26T18:42:11.042" v="3071" actId="14100"/>
        <pc:sldMkLst>
          <pc:docMk/>
          <pc:sldMk cId="1064373658" sldId="2122624662"/>
        </pc:sldMkLst>
        <pc:spChg chg="mod">
          <ac:chgData name="Marcos Magalhaes" userId="40e7feb1-b236-4492-ba05-9866385e6df6" providerId="ADAL" clId="{8FA66337-B23C-441F-90DB-219F91D65291}" dt="2025-02-26T18:18:47.048" v="2352" actId="20577"/>
          <ac:spMkLst>
            <pc:docMk/>
            <pc:sldMk cId="1064373658" sldId="2122624662"/>
            <ac:spMk id="2" creationId="{316B68A7-0FCC-4C4B-8A36-2669D4CB1C97}"/>
          </ac:spMkLst>
        </pc:spChg>
        <pc:spChg chg="mod">
          <ac:chgData name="Marcos Magalhaes" userId="40e7feb1-b236-4492-ba05-9866385e6df6" providerId="ADAL" clId="{8FA66337-B23C-441F-90DB-219F91D65291}" dt="2025-02-26T18:41:58.153" v="3066" actId="20577"/>
          <ac:spMkLst>
            <pc:docMk/>
            <pc:sldMk cId="1064373658" sldId="2122624662"/>
            <ac:spMk id="5" creationId="{00000000-0000-0000-0000-000000000000}"/>
          </ac:spMkLst>
        </pc:spChg>
        <pc:spChg chg="del">
          <ac:chgData name="Marcos Magalhaes" userId="40e7feb1-b236-4492-ba05-9866385e6df6" providerId="ADAL" clId="{8FA66337-B23C-441F-90DB-219F91D65291}" dt="2025-02-26T17:29:32.442" v="811" actId="478"/>
          <ac:spMkLst>
            <pc:docMk/>
            <pc:sldMk cId="1064373658" sldId="2122624662"/>
            <ac:spMk id="11" creationId="{21A42471-8308-54F0-7EBA-130B81091AE1}"/>
          </ac:spMkLst>
        </pc:spChg>
        <pc:spChg chg="add mod">
          <ac:chgData name="Marcos Magalhaes" userId="40e7feb1-b236-4492-ba05-9866385e6df6" providerId="ADAL" clId="{8FA66337-B23C-441F-90DB-219F91D65291}" dt="2025-02-26T18:42:11.042" v="3071" actId="14100"/>
          <ac:spMkLst>
            <pc:docMk/>
            <pc:sldMk cId="1064373658" sldId="2122624662"/>
            <ac:spMk id="12" creationId="{CF4A4E0B-08CF-AD48-D563-EACB209CD124}"/>
          </ac:spMkLst>
        </pc:spChg>
        <pc:picChg chg="add del mod">
          <ac:chgData name="Marcos Magalhaes" userId="40e7feb1-b236-4492-ba05-9866385e6df6" providerId="ADAL" clId="{8FA66337-B23C-441F-90DB-219F91D65291}" dt="2025-02-26T18:25:18.396" v="2603" actId="478"/>
          <ac:picMkLst>
            <pc:docMk/>
            <pc:sldMk cId="1064373658" sldId="2122624662"/>
            <ac:picMk id="4" creationId="{F8887B90-6DAC-1792-2383-A6A55EE230C8}"/>
          </ac:picMkLst>
        </pc:picChg>
        <pc:picChg chg="del">
          <ac:chgData name="Marcos Magalhaes" userId="40e7feb1-b236-4492-ba05-9866385e6df6" providerId="ADAL" clId="{8FA66337-B23C-441F-90DB-219F91D65291}" dt="2025-02-26T17:29:18.593" v="804" actId="478"/>
          <ac:picMkLst>
            <pc:docMk/>
            <pc:sldMk cId="1064373658" sldId="2122624662"/>
            <ac:picMk id="6" creationId="{9D1977AD-DB09-0131-F3C8-CA32B3FEC82B}"/>
          </ac:picMkLst>
        </pc:picChg>
        <pc:picChg chg="add mod">
          <ac:chgData name="Marcos Magalhaes" userId="40e7feb1-b236-4492-ba05-9866385e6df6" providerId="ADAL" clId="{8FA66337-B23C-441F-90DB-219F91D65291}" dt="2025-02-26T18:28:07.199" v="2693" actId="1076"/>
          <ac:picMkLst>
            <pc:docMk/>
            <pc:sldMk cId="1064373658" sldId="2122624662"/>
            <ac:picMk id="7" creationId="{4932E897-0D32-455E-898B-155C24EB3D31}"/>
          </ac:picMkLst>
        </pc:picChg>
        <pc:picChg chg="add mod">
          <ac:chgData name="Marcos Magalhaes" userId="40e7feb1-b236-4492-ba05-9866385e6df6" providerId="ADAL" clId="{8FA66337-B23C-441F-90DB-219F91D65291}" dt="2025-02-26T18:28:02.442" v="2692" actId="1076"/>
          <ac:picMkLst>
            <pc:docMk/>
            <pc:sldMk cId="1064373658" sldId="2122624662"/>
            <ac:picMk id="9" creationId="{90E57ADC-1F53-FB44-C676-B78ECD9B674A}"/>
          </ac:picMkLst>
        </pc:picChg>
        <pc:picChg chg="del">
          <ac:chgData name="Marcos Magalhaes" userId="40e7feb1-b236-4492-ba05-9866385e6df6" providerId="ADAL" clId="{8FA66337-B23C-441F-90DB-219F91D65291}" dt="2025-02-26T17:29:18.960" v="805" actId="478"/>
          <ac:picMkLst>
            <pc:docMk/>
            <pc:sldMk cId="1064373658" sldId="2122624662"/>
            <ac:picMk id="10" creationId="{F30933E3-3E91-035B-4A5F-A1AD6A28F68D}"/>
          </ac:picMkLst>
        </pc:picChg>
        <pc:cxnChg chg="add mod">
          <ac:chgData name="Marcos Magalhaes" userId="40e7feb1-b236-4492-ba05-9866385e6df6" providerId="ADAL" clId="{8FA66337-B23C-441F-90DB-219F91D65291}" dt="2025-02-26T18:28:19.695" v="2696" actId="14100"/>
          <ac:cxnSpMkLst>
            <pc:docMk/>
            <pc:sldMk cId="1064373658" sldId="2122624662"/>
            <ac:cxnSpMk id="14" creationId="{1F168F78-82AB-4CA1-30C5-73EED66D12E8}"/>
          </ac:cxnSpMkLst>
        </pc:cxnChg>
      </pc:sldChg>
      <pc:sldChg chg="addSp delSp modSp add mod delAnim">
        <pc:chgData name="Marcos Magalhaes" userId="40e7feb1-b236-4492-ba05-9866385e6df6" providerId="ADAL" clId="{8FA66337-B23C-441F-90DB-219F91D65291}" dt="2025-02-26T18:18:21.082" v="2341" actId="20577"/>
        <pc:sldMkLst>
          <pc:docMk/>
          <pc:sldMk cId="1946122740" sldId="2122624663"/>
        </pc:sldMkLst>
        <pc:spChg chg="del mod">
          <ac:chgData name="Marcos Magalhaes" userId="40e7feb1-b236-4492-ba05-9866385e6df6" providerId="ADAL" clId="{8FA66337-B23C-441F-90DB-219F91D65291}" dt="2025-02-26T18:07:56.608" v="2092" actId="478"/>
          <ac:spMkLst>
            <pc:docMk/>
            <pc:sldMk cId="1946122740" sldId="2122624663"/>
            <ac:spMk id="4" creationId="{8DE5CC1D-0008-AEA4-4621-A6E2BA28ACDF}"/>
          </ac:spMkLst>
        </pc:spChg>
        <pc:spChg chg="mod">
          <ac:chgData name="Marcos Magalhaes" userId="40e7feb1-b236-4492-ba05-9866385e6df6" providerId="ADAL" clId="{8FA66337-B23C-441F-90DB-219F91D65291}" dt="2025-02-26T18:18:21.082" v="2341" actId="20577"/>
          <ac:spMkLst>
            <pc:docMk/>
            <pc:sldMk cId="1946122740" sldId="2122624663"/>
            <ac:spMk id="5" creationId="{00000000-0000-0000-0000-000000000000}"/>
          </ac:spMkLst>
        </pc:spChg>
        <pc:spChg chg="del">
          <ac:chgData name="Marcos Magalhaes" userId="40e7feb1-b236-4492-ba05-9866385e6df6" providerId="ADAL" clId="{8FA66337-B23C-441F-90DB-219F91D65291}" dt="2025-02-26T18:07:54.103" v="2088" actId="478"/>
          <ac:spMkLst>
            <pc:docMk/>
            <pc:sldMk cId="1946122740" sldId="2122624663"/>
            <ac:spMk id="8" creationId="{F9647D60-0A43-F579-576F-0F51E1BE796C}"/>
          </ac:spMkLst>
        </pc:spChg>
        <pc:spChg chg="add del">
          <ac:chgData name="Marcos Magalhaes" userId="40e7feb1-b236-4492-ba05-9866385e6df6" providerId="ADAL" clId="{8FA66337-B23C-441F-90DB-219F91D65291}" dt="2025-02-26T18:07:15.579" v="2055" actId="22"/>
          <ac:spMkLst>
            <pc:docMk/>
            <pc:sldMk cId="1946122740" sldId="2122624663"/>
            <ac:spMk id="10" creationId="{8D10BB62-CA64-3A0C-4B02-993FE888AFDA}"/>
          </ac:spMkLst>
        </pc:spChg>
        <pc:graphicFrameChg chg="add mod modGraphic">
          <ac:chgData name="Marcos Magalhaes" userId="40e7feb1-b236-4492-ba05-9866385e6df6" providerId="ADAL" clId="{8FA66337-B23C-441F-90DB-219F91D65291}" dt="2025-02-26T18:17:50.031" v="2335"/>
          <ac:graphicFrameMkLst>
            <pc:docMk/>
            <pc:sldMk cId="1946122740" sldId="2122624663"/>
            <ac:graphicFrameMk id="6" creationId="{7C62A438-CAED-3414-5437-92B59EA08F0D}"/>
          </ac:graphicFrameMkLst>
        </pc:graphicFrameChg>
        <pc:picChg chg="del">
          <ac:chgData name="Marcos Magalhaes" userId="40e7feb1-b236-4492-ba05-9866385e6df6" providerId="ADAL" clId="{8FA66337-B23C-441F-90DB-219F91D65291}" dt="2025-02-26T18:07:55.309" v="2090" actId="478"/>
          <ac:picMkLst>
            <pc:docMk/>
            <pc:sldMk cId="1946122740" sldId="2122624663"/>
            <ac:picMk id="3" creationId="{E6B8E497-4E4E-6359-F88D-0C3F8284D573}"/>
          </ac:picMkLst>
        </pc:picChg>
        <pc:picChg chg="del">
          <ac:chgData name="Marcos Magalhaes" userId="40e7feb1-b236-4492-ba05-9866385e6df6" providerId="ADAL" clId="{8FA66337-B23C-441F-90DB-219F91D65291}" dt="2025-02-26T18:07:54.759" v="2089" actId="478"/>
          <ac:picMkLst>
            <pc:docMk/>
            <pc:sldMk cId="1946122740" sldId="2122624663"/>
            <ac:picMk id="7" creationId="{EC9B8B3F-B4F1-7B05-BED2-094E9AA2384F}"/>
          </ac:picMkLst>
        </pc:picChg>
        <pc:picChg chg="add mod">
          <ac:chgData name="Marcos Magalhaes" userId="40e7feb1-b236-4492-ba05-9866385e6df6" providerId="ADAL" clId="{8FA66337-B23C-441F-90DB-219F91D65291}" dt="2025-02-26T18:16:05.071" v="2332" actId="1076"/>
          <ac:picMkLst>
            <pc:docMk/>
            <pc:sldMk cId="1946122740" sldId="2122624663"/>
            <ac:picMk id="11" creationId="{D2BDEC7F-1E06-435B-6225-6F3D0480D3EB}"/>
          </ac:picMkLst>
        </pc:picChg>
        <pc:picChg chg="add mod">
          <ac:chgData name="Marcos Magalhaes" userId="40e7feb1-b236-4492-ba05-9866385e6df6" providerId="ADAL" clId="{8FA66337-B23C-441F-90DB-219F91D65291}" dt="2025-02-26T18:18:00.677" v="2339" actId="14100"/>
          <ac:picMkLst>
            <pc:docMk/>
            <pc:sldMk cId="1946122740" sldId="2122624663"/>
            <ac:picMk id="2050" creationId="{C642D283-0EEB-E486-8947-7A3C7EBB6BAB}"/>
          </ac:picMkLst>
        </pc:picChg>
      </pc:sldChg>
      <pc:sldChg chg="addSp delSp modSp add mod">
        <pc:chgData name="Marcos Magalhaes" userId="40e7feb1-b236-4492-ba05-9866385e6df6" providerId="ADAL" clId="{8FA66337-B23C-441F-90DB-219F91D65291}" dt="2025-02-26T18:24:32.919" v="2559" actId="14100"/>
        <pc:sldMkLst>
          <pc:docMk/>
          <pc:sldMk cId="3492038018" sldId="2122624664"/>
        </pc:sldMkLst>
        <pc:spChg chg="mod">
          <ac:chgData name="Marcos Magalhaes" userId="40e7feb1-b236-4492-ba05-9866385e6df6" providerId="ADAL" clId="{8FA66337-B23C-441F-90DB-219F91D65291}" dt="2025-02-26T18:22:49.538" v="2528" actId="255"/>
          <ac:spMkLst>
            <pc:docMk/>
            <pc:sldMk cId="3492038018" sldId="2122624664"/>
            <ac:spMk id="5" creationId="{00000000-0000-0000-0000-000000000000}"/>
          </ac:spMkLst>
        </pc:spChg>
        <pc:picChg chg="del">
          <ac:chgData name="Marcos Magalhaes" userId="40e7feb1-b236-4492-ba05-9866385e6df6" providerId="ADAL" clId="{8FA66337-B23C-441F-90DB-219F91D65291}" dt="2025-02-26T18:22:19.829" v="2519" actId="478"/>
          <ac:picMkLst>
            <pc:docMk/>
            <pc:sldMk cId="3492038018" sldId="2122624664"/>
            <ac:picMk id="4" creationId="{F8887B90-6DAC-1792-2383-A6A55EE230C8}"/>
          </ac:picMkLst>
        </pc:picChg>
        <pc:picChg chg="add mod">
          <ac:chgData name="Marcos Magalhaes" userId="40e7feb1-b236-4492-ba05-9866385e6df6" providerId="ADAL" clId="{8FA66337-B23C-441F-90DB-219F91D65291}" dt="2025-02-26T18:24:32.919" v="2559" actId="14100"/>
          <ac:picMkLst>
            <pc:docMk/>
            <pc:sldMk cId="3492038018" sldId="2122624664"/>
            <ac:picMk id="6" creationId="{BDB33045-E758-27BB-2636-A073864C8F1C}"/>
          </ac:picMkLst>
        </pc:picChg>
      </pc:sldChg>
      <pc:sldChg chg="addSp delSp modSp add mod">
        <pc:chgData name="Marcos Magalhaes" userId="40e7feb1-b236-4492-ba05-9866385e6df6" providerId="ADAL" clId="{8FA66337-B23C-441F-90DB-219F91D65291}" dt="2025-02-26T18:31:44.413" v="3035" actId="20577"/>
        <pc:sldMkLst>
          <pc:docMk/>
          <pc:sldMk cId="2682134220" sldId="2122624665"/>
        </pc:sldMkLst>
        <pc:spChg chg="mod">
          <ac:chgData name="Marcos Magalhaes" userId="40e7feb1-b236-4492-ba05-9866385e6df6" providerId="ADAL" clId="{8FA66337-B23C-441F-90DB-219F91D65291}" dt="2025-02-26T18:31:44.413" v="3035" actId="20577"/>
          <ac:spMkLst>
            <pc:docMk/>
            <pc:sldMk cId="2682134220" sldId="2122624665"/>
            <ac:spMk id="5" creationId="{00000000-0000-0000-0000-000000000000}"/>
          </ac:spMkLst>
        </pc:spChg>
        <pc:picChg chg="add mod">
          <ac:chgData name="Marcos Magalhaes" userId="40e7feb1-b236-4492-ba05-9866385e6df6" providerId="ADAL" clId="{8FA66337-B23C-441F-90DB-219F91D65291}" dt="2025-02-26T18:28:40.250" v="2697" actId="14100"/>
          <ac:picMkLst>
            <pc:docMk/>
            <pc:sldMk cId="2682134220" sldId="2122624665"/>
            <ac:picMk id="4" creationId="{3AED3ED7-AE4A-2D1F-15EF-EDC91F55B32E}"/>
          </ac:picMkLst>
        </pc:picChg>
        <pc:picChg chg="del">
          <ac:chgData name="Marcos Magalhaes" userId="40e7feb1-b236-4492-ba05-9866385e6df6" providerId="ADAL" clId="{8FA66337-B23C-441F-90DB-219F91D65291}" dt="2025-02-26T18:23:58.574" v="2549" actId="478"/>
          <ac:picMkLst>
            <pc:docMk/>
            <pc:sldMk cId="2682134220" sldId="2122624665"/>
            <ac:picMk id="6" creationId="{BDB33045-E758-27BB-2636-A073864C8F1C}"/>
          </ac:picMkLst>
        </pc:picChg>
      </pc:sldChg>
      <pc:sldChg chg="modSp add mod">
        <pc:chgData name="Marcos Magalhaes" userId="40e7feb1-b236-4492-ba05-9866385e6df6" providerId="ADAL" clId="{8FA66337-B23C-441F-90DB-219F91D65291}" dt="2025-02-26T18:24:24.798" v="2557" actId="14100"/>
        <pc:sldMkLst>
          <pc:docMk/>
          <pc:sldMk cId="1045770791" sldId="2122624666"/>
        </pc:sldMkLst>
        <pc:spChg chg="mod">
          <ac:chgData name="Marcos Magalhaes" userId="40e7feb1-b236-4492-ba05-9866385e6df6" providerId="ADAL" clId="{8FA66337-B23C-441F-90DB-219F91D65291}" dt="2025-02-26T18:24:19.949" v="2555" actId="6549"/>
          <ac:spMkLst>
            <pc:docMk/>
            <pc:sldMk cId="1045770791" sldId="2122624666"/>
            <ac:spMk id="5" creationId="{00000000-0000-0000-0000-000000000000}"/>
          </ac:spMkLst>
        </pc:spChg>
        <pc:picChg chg="mod">
          <ac:chgData name="Marcos Magalhaes" userId="40e7feb1-b236-4492-ba05-9866385e6df6" providerId="ADAL" clId="{8FA66337-B23C-441F-90DB-219F91D65291}" dt="2025-02-26T18:24:24.798" v="2557" actId="14100"/>
          <ac:picMkLst>
            <pc:docMk/>
            <pc:sldMk cId="1045770791" sldId="2122624666"/>
            <ac:picMk id="4" creationId="{F8887B90-6DAC-1792-2383-A6A55EE230C8}"/>
          </ac:picMkLst>
        </pc:picChg>
      </pc:sldChg>
    </pc:docChg>
  </pc:docChgLst>
  <pc:docChgLst>
    <pc:chgData name="Marcos Magalhaes" userId="40e7feb1-b236-4492-ba05-9866385e6df6" providerId="ADAL" clId="{6C43A553-DCA5-4B7D-8941-35189771E73E}"/>
    <pc:docChg chg="undo custSel addSld delSld modSld sldOrd">
      <pc:chgData name="Marcos Magalhaes" userId="40e7feb1-b236-4492-ba05-9866385e6df6" providerId="ADAL" clId="{6C43A553-DCA5-4B7D-8941-35189771E73E}" dt="2025-05-29T01:47:44.956" v="3788" actId="1076"/>
      <pc:docMkLst>
        <pc:docMk/>
      </pc:docMkLst>
      <pc:sldChg chg="modSp mod">
        <pc:chgData name="Marcos Magalhaes" userId="40e7feb1-b236-4492-ba05-9866385e6df6" providerId="ADAL" clId="{6C43A553-DCA5-4B7D-8941-35189771E73E}" dt="2025-05-29T00:05:43.610" v="39" actId="20577"/>
        <pc:sldMkLst>
          <pc:docMk/>
          <pc:sldMk cId="1386677359" sldId="262"/>
        </pc:sldMkLst>
        <pc:spChg chg="mod">
          <ac:chgData name="Marcos Magalhaes" userId="40e7feb1-b236-4492-ba05-9866385e6df6" providerId="ADAL" clId="{6C43A553-DCA5-4B7D-8941-35189771E73E}" dt="2025-05-29T00:05:37.338" v="34" actId="20577"/>
          <ac:spMkLst>
            <pc:docMk/>
            <pc:sldMk cId="1386677359" sldId="262"/>
            <ac:spMk id="3" creationId="{EA344B25-997F-BB49-B147-95F6C08DCCDA}"/>
          </ac:spMkLst>
        </pc:spChg>
        <pc:spChg chg="mod">
          <ac:chgData name="Marcos Magalhaes" userId="40e7feb1-b236-4492-ba05-9866385e6df6" providerId="ADAL" clId="{6C43A553-DCA5-4B7D-8941-35189771E73E}" dt="2025-05-29T00:05:43.610" v="39" actId="20577"/>
          <ac:spMkLst>
            <pc:docMk/>
            <pc:sldMk cId="1386677359" sldId="262"/>
            <ac:spMk id="6" creationId="{00000000-0000-0000-0000-000000000000}"/>
          </ac:spMkLst>
        </pc:spChg>
      </pc:sldChg>
      <pc:sldChg chg="addSp delSp modSp mod delAnim modAnim">
        <pc:chgData name="Marcos Magalhaes" userId="40e7feb1-b236-4492-ba05-9866385e6df6" providerId="ADAL" clId="{6C43A553-DCA5-4B7D-8941-35189771E73E}" dt="2025-05-29T01:44:30.714" v="3761" actId="1076"/>
        <pc:sldMkLst>
          <pc:docMk/>
          <pc:sldMk cId="2577858216" sldId="2122624608"/>
        </pc:sldMkLst>
        <pc:spChg chg="mod">
          <ac:chgData name="Marcos Magalhaes" userId="40e7feb1-b236-4492-ba05-9866385e6df6" providerId="ADAL" clId="{6C43A553-DCA5-4B7D-8941-35189771E73E}" dt="2025-05-29T01:07:52.485" v="3575" actId="255"/>
          <ac:spMkLst>
            <pc:docMk/>
            <pc:sldMk cId="2577858216" sldId="2122624608"/>
            <ac:spMk id="6" creationId="{00000000-0000-0000-0000-000000000000}"/>
          </ac:spMkLst>
        </pc:spChg>
        <pc:spChg chg="mod">
          <ac:chgData name="Marcos Magalhaes" userId="40e7feb1-b236-4492-ba05-9866385e6df6" providerId="ADAL" clId="{6C43A553-DCA5-4B7D-8941-35189771E73E}" dt="2025-05-29T01:06:52.819" v="3540" actId="1076"/>
          <ac:spMkLst>
            <pc:docMk/>
            <pc:sldMk cId="2577858216" sldId="2122624608"/>
            <ac:spMk id="7" creationId="{AAFE4947-40FC-F8D2-C4F6-282C7C237715}"/>
          </ac:spMkLst>
        </pc:spChg>
        <pc:picChg chg="add del mod">
          <ac:chgData name="Marcos Magalhaes" userId="40e7feb1-b236-4492-ba05-9866385e6df6" providerId="ADAL" clId="{6C43A553-DCA5-4B7D-8941-35189771E73E}" dt="2025-05-29T01:44:24.163" v="3757" actId="478"/>
          <ac:picMkLst>
            <pc:docMk/>
            <pc:sldMk cId="2577858216" sldId="2122624608"/>
            <ac:picMk id="3" creationId="{64E9B9D8-53BB-C22B-D05D-0148536DFD64}"/>
          </ac:picMkLst>
        </pc:picChg>
        <pc:picChg chg="add del mod">
          <ac:chgData name="Marcos Magalhaes" userId="40e7feb1-b236-4492-ba05-9866385e6df6" providerId="ADAL" clId="{6C43A553-DCA5-4B7D-8941-35189771E73E}" dt="2025-05-29T00:18:01.965" v="102" actId="478"/>
          <ac:picMkLst>
            <pc:docMk/>
            <pc:sldMk cId="2577858216" sldId="2122624608"/>
            <ac:picMk id="4" creationId="{B3EB569F-2368-7DD8-309D-3CB53B818CC9}"/>
          </ac:picMkLst>
        </pc:picChg>
        <pc:picChg chg="add mod">
          <ac:chgData name="Marcos Magalhaes" userId="40e7feb1-b236-4492-ba05-9866385e6df6" providerId="ADAL" clId="{6C43A553-DCA5-4B7D-8941-35189771E73E}" dt="2025-05-29T01:44:30.714" v="3761" actId="1076"/>
          <ac:picMkLst>
            <pc:docMk/>
            <pc:sldMk cId="2577858216" sldId="2122624608"/>
            <ac:picMk id="5" creationId="{42A94D5D-CA8D-1649-4CD5-74E240A8D1A8}"/>
          </ac:picMkLst>
        </pc:picChg>
        <pc:picChg chg="del">
          <ac:chgData name="Marcos Magalhaes" userId="40e7feb1-b236-4492-ba05-9866385e6df6" providerId="ADAL" clId="{6C43A553-DCA5-4B7D-8941-35189771E73E}" dt="2025-05-29T00:06:22.919" v="97" actId="478"/>
          <ac:picMkLst>
            <pc:docMk/>
            <pc:sldMk cId="2577858216" sldId="2122624608"/>
            <ac:picMk id="12" creationId="{D6207893-6B19-394C-49A8-9045B927FCDB}"/>
          </ac:picMkLst>
        </pc:picChg>
        <pc:picChg chg="del">
          <ac:chgData name="Marcos Magalhaes" userId="40e7feb1-b236-4492-ba05-9866385e6df6" providerId="ADAL" clId="{6C43A553-DCA5-4B7D-8941-35189771E73E}" dt="2025-05-29T00:05:54.822" v="40" actId="478"/>
          <ac:picMkLst>
            <pc:docMk/>
            <pc:sldMk cId="2577858216" sldId="2122624608"/>
            <ac:picMk id="13" creationId="{34F92199-5D51-59E2-B1D4-2272D23E9046}"/>
          </ac:picMkLst>
        </pc:picChg>
      </pc:sldChg>
      <pc:sldChg chg="addSp delSp modSp mod delAnim">
        <pc:chgData name="Marcos Magalhaes" userId="40e7feb1-b236-4492-ba05-9866385e6df6" providerId="ADAL" clId="{6C43A553-DCA5-4B7D-8941-35189771E73E}" dt="2025-05-29T01:10:37.736" v="3609" actId="1076"/>
        <pc:sldMkLst>
          <pc:docMk/>
          <pc:sldMk cId="3229992494" sldId="2122624661"/>
        </pc:sldMkLst>
        <pc:spChg chg="del">
          <ac:chgData name="Marcos Magalhaes" userId="40e7feb1-b236-4492-ba05-9866385e6df6" providerId="ADAL" clId="{6C43A553-DCA5-4B7D-8941-35189771E73E}" dt="2025-05-29T00:29:18.842" v="1314" actId="478"/>
          <ac:spMkLst>
            <pc:docMk/>
            <pc:sldMk cId="3229992494" sldId="2122624661"/>
            <ac:spMk id="4" creationId="{8DE5CC1D-0008-AEA4-4621-A6E2BA28ACDF}"/>
          </ac:spMkLst>
        </pc:spChg>
        <pc:spChg chg="mod">
          <ac:chgData name="Marcos Magalhaes" userId="40e7feb1-b236-4492-ba05-9866385e6df6" providerId="ADAL" clId="{6C43A553-DCA5-4B7D-8941-35189771E73E}" dt="2025-05-29T01:09:54.775" v="3597" actId="1076"/>
          <ac:spMkLst>
            <pc:docMk/>
            <pc:sldMk cId="3229992494" sldId="2122624661"/>
            <ac:spMk id="5" creationId="{00000000-0000-0000-0000-000000000000}"/>
          </ac:spMkLst>
        </pc:spChg>
        <pc:spChg chg="del mod">
          <ac:chgData name="Marcos Magalhaes" userId="40e7feb1-b236-4492-ba05-9866385e6df6" providerId="ADAL" clId="{6C43A553-DCA5-4B7D-8941-35189771E73E}" dt="2025-05-29T00:29:21.188" v="1318" actId="478"/>
          <ac:spMkLst>
            <pc:docMk/>
            <pc:sldMk cId="3229992494" sldId="2122624661"/>
            <ac:spMk id="8" creationId="{F9647D60-0A43-F579-576F-0F51E1BE796C}"/>
          </ac:spMkLst>
        </pc:spChg>
        <pc:spChg chg="add mod">
          <ac:chgData name="Marcos Magalhaes" userId="40e7feb1-b236-4492-ba05-9866385e6df6" providerId="ADAL" clId="{6C43A553-DCA5-4B7D-8941-35189771E73E}" dt="2025-05-29T00:34:50.874" v="1360" actId="1076"/>
          <ac:spMkLst>
            <pc:docMk/>
            <pc:sldMk cId="3229992494" sldId="2122624661"/>
            <ac:spMk id="11" creationId="{E91A8D3C-2DAB-9A5B-60C2-03A7DD06152F}"/>
          </ac:spMkLst>
        </pc:spChg>
        <pc:spChg chg="add del mod">
          <ac:chgData name="Marcos Magalhaes" userId="40e7feb1-b236-4492-ba05-9866385e6df6" providerId="ADAL" clId="{6C43A553-DCA5-4B7D-8941-35189771E73E}" dt="2025-05-29T00:34:57.531" v="1363" actId="478"/>
          <ac:spMkLst>
            <pc:docMk/>
            <pc:sldMk cId="3229992494" sldId="2122624661"/>
            <ac:spMk id="12" creationId="{77C53030-E397-FE43-50CB-369ABE97782F}"/>
          </ac:spMkLst>
        </pc:spChg>
        <pc:spChg chg="add mod">
          <ac:chgData name="Marcos Magalhaes" userId="40e7feb1-b236-4492-ba05-9866385e6df6" providerId="ADAL" clId="{6C43A553-DCA5-4B7D-8941-35189771E73E}" dt="2025-05-29T00:36:19.221" v="1422" actId="20577"/>
          <ac:spMkLst>
            <pc:docMk/>
            <pc:sldMk cId="3229992494" sldId="2122624661"/>
            <ac:spMk id="14" creationId="{D5DEE8E0-86D8-82F8-A6D2-FDF90D9B4177}"/>
          </ac:spMkLst>
        </pc:spChg>
        <pc:spChg chg="add mod">
          <ac:chgData name="Marcos Magalhaes" userId="40e7feb1-b236-4492-ba05-9866385e6df6" providerId="ADAL" clId="{6C43A553-DCA5-4B7D-8941-35189771E73E}" dt="2025-05-29T01:10:37.736" v="3609" actId="1076"/>
          <ac:spMkLst>
            <pc:docMk/>
            <pc:sldMk cId="3229992494" sldId="2122624661"/>
            <ac:spMk id="15" creationId="{19D4CE54-80A7-D318-9A38-DB22ED944CE6}"/>
          </ac:spMkLst>
        </pc:spChg>
        <pc:picChg chg="del">
          <ac:chgData name="Marcos Magalhaes" userId="40e7feb1-b236-4492-ba05-9866385e6df6" providerId="ADAL" clId="{6C43A553-DCA5-4B7D-8941-35189771E73E}" dt="2025-05-29T00:29:19.414" v="1315" actId="478"/>
          <ac:picMkLst>
            <pc:docMk/>
            <pc:sldMk cId="3229992494" sldId="2122624661"/>
            <ac:picMk id="3" creationId="{E6B8E497-4E4E-6359-F88D-0C3F8284D573}"/>
          </ac:picMkLst>
        </pc:picChg>
        <pc:picChg chg="del">
          <ac:chgData name="Marcos Magalhaes" userId="40e7feb1-b236-4492-ba05-9866385e6df6" providerId="ADAL" clId="{6C43A553-DCA5-4B7D-8941-35189771E73E}" dt="2025-05-29T00:29:19.965" v="1316" actId="478"/>
          <ac:picMkLst>
            <pc:docMk/>
            <pc:sldMk cId="3229992494" sldId="2122624661"/>
            <ac:picMk id="7" creationId="{EC9B8B3F-B4F1-7B05-BED2-094E9AA2384F}"/>
          </ac:picMkLst>
        </pc:picChg>
        <pc:picChg chg="add mod">
          <ac:chgData name="Marcos Magalhaes" userId="40e7feb1-b236-4492-ba05-9866385e6df6" providerId="ADAL" clId="{6C43A553-DCA5-4B7D-8941-35189771E73E}" dt="2025-05-29T00:34:48.968" v="1359" actId="1076"/>
          <ac:picMkLst>
            <pc:docMk/>
            <pc:sldMk cId="3229992494" sldId="2122624661"/>
            <ac:picMk id="9" creationId="{26B6B710-8EF3-2BD9-E7D9-E0E396FB6C2E}"/>
          </ac:picMkLst>
        </pc:picChg>
      </pc:sldChg>
      <pc:sldChg chg="addSp delSp modSp mod">
        <pc:chgData name="Marcos Magalhaes" userId="40e7feb1-b236-4492-ba05-9866385e6df6" providerId="ADAL" clId="{6C43A553-DCA5-4B7D-8941-35189771E73E}" dt="2025-05-29T01:11:14.564" v="3615" actId="20577"/>
        <pc:sldMkLst>
          <pc:docMk/>
          <pc:sldMk cId="1064373658" sldId="2122624662"/>
        </pc:sldMkLst>
        <pc:spChg chg="mod">
          <ac:chgData name="Marcos Magalhaes" userId="40e7feb1-b236-4492-ba05-9866385e6df6" providerId="ADAL" clId="{6C43A553-DCA5-4B7D-8941-35189771E73E}" dt="2025-05-29T01:11:14.564" v="3615" actId="20577"/>
          <ac:spMkLst>
            <pc:docMk/>
            <pc:sldMk cId="1064373658" sldId="2122624662"/>
            <ac:spMk id="5" creationId="{00000000-0000-0000-0000-000000000000}"/>
          </ac:spMkLst>
        </pc:spChg>
        <pc:spChg chg="del">
          <ac:chgData name="Marcos Magalhaes" userId="40e7feb1-b236-4492-ba05-9866385e6df6" providerId="ADAL" clId="{6C43A553-DCA5-4B7D-8941-35189771E73E}" dt="2025-05-29T00:36:35.469" v="1425" actId="478"/>
          <ac:spMkLst>
            <pc:docMk/>
            <pc:sldMk cId="1064373658" sldId="2122624662"/>
            <ac:spMk id="12" creationId="{CF4A4E0B-08CF-AD48-D563-EACB209CD124}"/>
          </ac:spMkLst>
        </pc:spChg>
        <pc:picChg chg="add del mod">
          <ac:chgData name="Marcos Magalhaes" userId="40e7feb1-b236-4492-ba05-9866385e6df6" providerId="ADAL" clId="{6C43A553-DCA5-4B7D-8941-35189771E73E}" dt="2025-05-29T00:39:51.901" v="1657" actId="478"/>
          <ac:picMkLst>
            <pc:docMk/>
            <pc:sldMk cId="1064373658" sldId="2122624662"/>
            <ac:picMk id="4" creationId="{1F3CDB84-4763-62A8-D835-CC75F37FB2D2}"/>
          </ac:picMkLst>
        </pc:picChg>
        <pc:picChg chg="del">
          <ac:chgData name="Marcos Magalhaes" userId="40e7feb1-b236-4492-ba05-9866385e6df6" providerId="ADAL" clId="{6C43A553-DCA5-4B7D-8941-35189771E73E}" dt="2025-05-29T00:36:31.736" v="1423" actId="478"/>
          <ac:picMkLst>
            <pc:docMk/>
            <pc:sldMk cId="1064373658" sldId="2122624662"/>
            <ac:picMk id="7" creationId="{4932E897-0D32-455E-898B-155C24EB3D31}"/>
          </ac:picMkLst>
        </pc:picChg>
        <pc:picChg chg="add mod">
          <ac:chgData name="Marcos Magalhaes" userId="40e7feb1-b236-4492-ba05-9866385e6df6" providerId="ADAL" clId="{6C43A553-DCA5-4B7D-8941-35189771E73E}" dt="2025-05-29T00:41:20.134" v="1683" actId="14100"/>
          <ac:picMkLst>
            <pc:docMk/>
            <pc:sldMk cId="1064373658" sldId="2122624662"/>
            <ac:picMk id="8" creationId="{96AFA825-E45E-F20B-47C4-77DA6EF72097}"/>
          </ac:picMkLst>
        </pc:picChg>
        <pc:picChg chg="del">
          <ac:chgData name="Marcos Magalhaes" userId="40e7feb1-b236-4492-ba05-9866385e6df6" providerId="ADAL" clId="{6C43A553-DCA5-4B7D-8941-35189771E73E}" dt="2025-05-29T00:36:33.743" v="1424" actId="478"/>
          <ac:picMkLst>
            <pc:docMk/>
            <pc:sldMk cId="1064373658" sldId="2122624662"/>
            <ac:picMk id="9" creationId="{90E57ADC-1F53-FB44-C676-B78ECD9B674A}"/>
          </ac:picMkLst>
        </pc:picChg>
        <pc:cxnChg chg="del">
          <ac:chgData name="Marcos Magalhaes" userId="40e7feb1-b236-4492-ba05-9866385e6df6" providerId="ADAL" clId="{6C43A553-DCA5-4B7D-8941-35189771E73E}" dt="2025-05-29T00:36:36.614" v="1426" actId="478"/>
          <ac:cxnSpMkLst>
            <pc:docMk/>
            <pc:sldMk cId="1064373658" sldId="2122624662"/>
            <ac:cxnSpMk id="14" creationId="{1F168F78-82AB-4CA1-30C5-73EED66D12E8}"/>
          </ac:cxnSpMkLst>
        </pc:cxnChg>
      </pc:sldChg>
      <pc:sldChg chg="del">
        <pc:chgData name="Marcos Magalhaes" userId="40e7feb1-b236-4492-ba05-9866385e6df6" providerId="ADAL" clId="{6C43A553-DCA5-4B7D-8941-35189771E73E}" dt="2025-05-29T00:34:32.843" v="1356" actId="47"/>
        <pc:sldMkLst>
          <pc:docMk/>
          <pc:sldMk cId="1946122740" sldId="2122624663"/>
        </pc:sldMkLst>
      </pc:sldChg>
      <pc:sldChg chg="del">
        <pc:chgData name="Marcos Magalhaes" userId="40e7feb1-b236-4492-ba05-9866385e6df6" providerId="ADAL" clId="{6C43A553-DCA5-4B7D-8941-35189771E73E}" dt="2025-05-29T00:41:33.785" v="1684" actId="47"/>
        <pc:sldMkLst>
          <pc:docMk/>
          <pc:sldMk cId="3492038018" sldId="2122624664"/>
        </pc:sldMkLst>
      </pc:sldChg>
      <pc:sldChg chg="del">
        <pc:chgData name="Marcos Magalhaes" userId="40e7feb1-b236-4492-ba05-9866385e6df6" providerId="ADAL" clId="{6C43A553-DCA5-4B7D-8941-35189771E73E}" dt="2025-05-29T00:41:33.785" v="1684" actId="47"/>
        <pc:sldMkLst>
          <pc:docMk/>
          <pc:sldMk cId="2682134220" sldId="2122624665"/>
        </pc:sldMkLst>
      </pc:sldChg>
      <pc:sldChg chg="del">
        <pc:chgData name="Marcos Magalhaes" userId="40e7feb1-b236-4492-ba05-9866385e6df6" providerId="ADAL" clId="{6C43A553-DCA5-4B7D-8941-35189771E73E}" dt="2025-05-29T00:41:33.785" v="1684" actId="47"/>
        <pc:sldMkLst>
          <pc:docMk/>
          <pc:sldMk cId="1045770791" sldId="2122624666"/>
        </pc:sldMkLst>
      </pc:sldChg>
      <pc:sldChg chg="addSp delSp modSp add mod addAnim delAnim modAnim">
        <pc:chgData name="Marcos Magalhaes" userId="40e7feb1-b236-4492-ba05-9866385e6df6" providerId="ADAL" clId="{6C43A553-DCA5-4B7D-8941-35189771E73E}" dt="2025-05-29T01:46:10.879" v="3773" actId="478"/>
        <pc:sldMkLst>
          <pc:docMk/>
          <pc:sldMk cId="2055391195" sldId="2122624667"/>
        </pc:sldMkLst>
        <pc:spChg chg="mod">
          <ac:chgData name="Marcos Magalhaes" userId="40e7feb1-b236-4492-ba05-9866385e6df6" providerId="ADAL" clId="{6C43A553-DCA5-4B7D-8941-35189771E73E}" dt="2025-05-29T00:26:54.366" v="791" actId="6549"/>
          <ac:spMkLst>
            <pc:docMk/>
            <pc:sldMk cId="2055391195" sldId="2122624667"/>
            <ac:spMk id="2" creationId="{316B68A7-0FCC-4C4B-8A36-2669D4CB1C97}"/>
          </ac:spMkLst>
        </pc:spChg>
        <pc:spChg chg="mod">
          <ac:chgData name="Marcos Magalhaes" userId="40e7feb1-b236-4492-ba05-9866385e6df6" providerId="ADAL" clId="{6C43A553-DCA5-4B7D-8941-35189771E73E}" dt="2025-05-29T01:07:59.300" v="3577" actId="1076"/>
          <ac:spMkLst>
            <pc:docMk/>
            <pc:sldMk cId="2055391195" sldId="2122624667"/>
            <ac:spMk id="6" creationId="{00000000-0000-0000-0000-000000000000}"/>
          </ac:spMkLst>
        </pc:spChg>
        <pc:spChg chg="del mod">
          <ac:chgData name="Marcos Magalhaes" userId="40e7feb1-b236-4492-ba05-9866385e6df6" providerId="ADAL" clId="{6C43A553-DCA5-4B7D-8941-35189771E73E}" dt="2025-05-29T00:25:24.778" v="779" actId="478"/>
          <ac:spMkLst>
            <pc:docMk/>
            <pc:sldMk cId="2055391195" sldId="2122624667"/>
            <ac:spMk id="7" creationId="{AAFE4947-40FC-F8D2-C4F6-282C7C237715}"/>
          </ac:spMkLst>
        </pc:spChg>
        <pc:picChg chg="add del mod">
          <ac:chgData name="Marcos Magalhaes" userId="40e7feb1-b236-4492-ba05-9866385e6df6" providerId="ADAL" clId="{6C43A553-DCA5-4B7D-8941-35189771E73E}" dt="2025-05-29T00:26:02.184" v="787" actId="478"/>
          <ac:picMkLst>
            <pc:docMk/>
            <pc:sldMk cId="2055391195" sldId="2122624667"/>
            <ac:picMk id="3" creationId="{64E9B9D8-53BB-C22B-D05D-0148536DFD64}"/>
          </ac:picMkLst>
        </pc:picChg>
        <pc:picChg chg="add del mod">
          <ac:chgData name="Marcos Magalhaes" userId="40e7feb1-b236-4492-ba05-9866385e6df6" providerId="ADAL" clId="{6C43A553-DCA5-4B7D-8941-35189771E73E}" dt="2025-05-29T01:46:10.879" v="3773" actId="478"/>
          <ac:picMkLst>
            <pc:docMk/>
            <pc:sldMk cId="2055391195" sldId="2122624667"/>
            <ac:picMk id="4" creationId="{9BC327AF-D98D-1BB3-EDE0-5F109E23CEFD}"/>
          </ac:picMkLst>
        </pc:picChg>
        <pc:picChg chg="add mod">
          <ac:chgData name="Marcos Magalhaes" userId="40e7feb1-b236-4492-ba05-9866385e6df6" providerId="ADAL" clId="{6C43A553-DCA5-4B7D-8941-35189771E73E}" dt="2025-05-29T01:45:13.921" v="3766" actId="1076"/>
          <ac:picMkLst>
            <pc:docMk/>
            <pc:sldMk cId="2055391195" sldId="2122624667"/>
            <ac:picMk id="5" creationId="{D52EA6FD-25D2-86AC-CA4A-D1C55F427CDA}"/>
          </ac:picMkLst>
        </pc:picChg>
        <pc:picChg chg="add mod">
          <ac:chgData name="Marcos Magalhaes" userId="40e7feb1-b236-4492-ba05-9866385e6df6" providerId="ADAL" clId="{6C43A553-DCA5-4B7D-8941-35189771E73E}" dt="2025-05-29T01:46:09.523" v="3772" actId="1076"/>
          <ac:picMkLst>
            <pc:docMk/>
            <pc:sldMk cId="2055391195" sldId="2122624667"/>
            <ac:picMk id="8" creationId="{89DF616F-763F-1C62-897F-CDFD30AFD7E6}"/>
          </ac:picMkLst>
        </pc:picChg>
        <pc:picChg chg="add mod">
          <ac:chgData name="Marcos Magalhaes" userId="40e7feb1-b236-4492-ba05-9866385e6df6" providerId="ADAL" clId="{6C43A553-DCA5-4B7D-8941-35189771E73E}" dt="2025-05-29T01:46:02.047" v="3771" actId="14100"/>
          <ac:picMkLst>
            <pc:docMk/>
            <pc:sldMk cId="2055391195" sldId="2122624667"/>
            <ac:picMk id="9" creationId="{63696D03-B01A-9186-2FB6-B416C9CC1A30}"/>
          </ac:picMkLst>
        </pc:picChg>
      </pc:sldChg>
      <pc:sldChg chg="new del">
        <pc:chgData name="Marcos Magalhaes" userId="40e7feb1-b236-4492-ba05-9866385e6df6" providerId="ADAL" clId="{6C43A553-DCA5-4B7D-8941-35189771E73E}" dt="2025-05-29T00:41:38.512" v="1686" actId="680"/>
        <pc:sldMkLst>
          <pc:docMk/>
          <pc:sldMk cId="2303927549" sldId="2122624668"/>
        </pc:sldMkLst>
      </pc:sldChg>
      <pc:sldChg chg="addSp delSp modSp add mod">
        <pc:chgData name="Marcos Magalhaes" userId="40e7feb1-b236-4492-ba05-9866385e6df6" providerId="ADAL" clId="{6C43A553-DCA5-4B7D-8941-35189771E73E}" dt="2025-05-29T00:43:06.204" v="1707" actId="1076"/>
        <pc:sldMkLst>
          <pc:docMk/>
          <pc:sldMk cId="3952030367" sldId="2122624668"/>
        </pc:sldMkLst>
        <pc:spChg chg="mod">
          <ac:chgData name="Marcos Magalhaes" userId="40e7feb1-b236-4492-ba05-9866385e6df6" providerId="ADAL" clId="{6C43A553-DCA5-4B7D-8941-35189771E73E}" dt="2025-05-29T00:42:02.126" v="1694" actId="6549"/>
          <ac:spMkLst>
            <pc:docMk/>
            <pc:sldMk cId="3952030367" sldId="2122624668"/>
            <ac:spMk id="5" creationId="{00000000-0000-0000-0000-000000000000}"/>
          </ac:spMkLst>
        </pc:spChg>
        <pc:spChg chg="add mod">
          <ac:chgData name="Marcos Magalhaes" userId="40e7feb1-b236-4492-ba05-9866385e6df6" providerId="ADAL" clId="{6C43A553-DCA5-4B7D-8941-35189771E73E}" dt="2025-05-29T00:43:06.204" v="1707" actId="1076"/>
          <ac:spMkLst>
            <pc:docMk/>
            <pc:sldMk cId="3952030367" sldId="2122624668"/>
            <ac:spMk id="9" creationId="{3AED325C-AD6C-B46E-5534-514A00CB4838}"/>
          </ac:spMkLst>
        </pc:spChg>
        <pc:picChg chg="add mod">
          <ac:chgData name="Marcos Magalhaes" userId="40e7feb1-b236-4492-ba05-9866385e6df6" providerId="ADAL" clId="{6C43A553-DCA5-4B7D-8941-35189771E73E}" dt="2025-05-29T00:42:50.929" v="1704" actId="14100"/>
          <ac:picMkLst>
            <pc:docMk/>
            <pc:sldMk cId="3952030367" sldId="2122624668"/>
            <ac:picMk id="4" creationId="{0F9C967F-F1CF-38A6-4B5D-3766AD0578A5}"/>
          </ac:picMkLst>
        </pc:picChg>
        <pc:picChg chg="add mod">
          <ac:chgData name="Marcos Magalhaes" userId="40e7feb1-b236-4492-ba05-9866385e6df6" providerId="ADAL" clId="{6C43A553-DCA5-4B7D-8941-35189771E73E}" dt="2025-05-29T00:42:53.552" v="1705" actId="1076"/>
          <ac:picMkLst>
            <pc:docMk/>
            <pc:sldMk cId="3952030367" sldId="2122624668"/>
            <ac:picMk id="7" creationId="{87CE0E53-F90C-7BF8-B8BB-882615872A61}"/>
          </ac:picMkLst>
        </pc:picChg>
        <pc:picChg chg="del">
          <ac:chgData name="Marcos Magalhaes" userId="40e7feb1-b236-4492-ba05-9866385e6df6" providerId="ADAL" clId="{6C43A553-DCA5-4B7D-8941-35189771E73E}" dt="2025-05-29T00:42:04.131" v="1695" actId="478"/>
          <ac:picMkLst>
            <pc:docMk/>
            <pc:sldMk cId="3952030367" sldId="2122624668"/>
            <ac:picMk id="8" creationId="{96AFA825-E45E-F20B-47C4-77DA6EF72097}"/>
          </ac:picMkLst>
        </pc:picChg>
      </pc:sldChg>
      <pc:sldChg chg="addSp delSp modSp add mod">
        <pc:chgData name="Marcos Magalhaes" userId="40e7feb1-b236-4492-ba05-9866385e6df6" providerId="ADAL" clId="{6C43A553-DCA5-4B7D-8941-35189771E73E}" dt="2025-05-29T01:11:57.287" v="3617" actId="2711"/>
        <pc:sldMkLst>
          <pc:docMk/>
          <pc:sldMk cId="1102550767" sldId="2122624669"/>
        </pc:sldMkLst>
        <pc:spChg chg="add mod">
          <ac:chgData name="Marcos Magalhaes" userId="40e7feb1-b236-4492-ba05-9866385e6df6" providerId="ADAL" clId="{6C43A553-DCA5-4B7D-8941-35189771E73E}" dt="2025-05-29T01:11:57.287" v="3617" actId="2711"/>
          <ac:spMkLst>
            <pc:docMk/>
            <pc:sldMk cId="1102550767" sldId="2122624669"/>
            <ac:spMk id="8" creationId="{5E52F766-20FC-AF80-68A4-5E9FC07E2534}"/>
          </ac:spMkLst>
        </pc:spChg>
        <pc:spChg chg="del">
          <ac:chgData name="Marcos Magalhaes" userId="40e7feb1-b236-4492-ba05-9866385e6df6" providerId="ADAL" clId="{6C43A553-DCA5-4B7D-8941-35189771E73E}" dt="2025-05-29T00:43:23.151" v="1710" actId="478"/>
          <ac:spMkLst>
            <pc:docMk/>
            <pc:sldMk cId="1102550767" sldId="2122624669"/>
            <ac:spMk id="9" creationId="{3AED325C-AD6C-B46E-5534-514A00CB4838}"/>
          </ac:spMkLst>
        </pc:spChg>
        <pc:picChg chg="del">
          <ac:chgData name="Marcos Magalhaes" userId="40e7feb1-b236-4492-ba05-9866385e6df6" providerId="ADAL" clId="{6C43A553-DCA5-4B7D-8941-35189771E73E}" dt="2025-05-29T00:43:22.341" v="1709" actId="478"/>
          <ac:picMkLst>
            <pc:docMk/>
            <pc:sldMk cId="1102550767" sldId="2122624669"/>
            <ac:picMk id="4" creationId="{0F9C967F-F1CF-38A6-4B5D-3766AD0578A5}"/>
          </ac:picMkLst>
        </pc:picChg>
        <pc:picChg chg="add mod">
          <ac:chgData name="Marcos Magalhaes" userId="40e7feb1-b236-4492-ba05-9866385e6df6" providerId="ADAL" clId="{6C43A553-DCA5-4B7D-8941-35189771E73E}" dt="2025-05-29T00:43:32.094" v="1715" actId="1076"/>
          <ac:picMkLst>
            <pc:docMk/>
            <pc:sldMk cId="1102550767" sldId="2122624669"/>
            <ac:picMk id="6" creationId="{DD971572-73FA-AB05-BF2C-BBDE856D2D78}"/>
          </ac:picMkLst>
        </pc:picChg>
        <pc:picChg chg="del">
          <ac:chgData name="Marcos Magalhaes" userId="40e7feb1-b236-4492-ba05-9866385e6df6" providerId="ADAL" clId="{6C43A553-DCA5-4B7D-8941-35189771E73E}" dt="2025-05-29T00:43:22.341" v="1709" actId="478"/>
          <ac:picMkLst>
            <pc:docMk/>
            <pc:sldMk cId="1102550767" sldId="2122624669"/>
            <ac:picMk id="7" creationId="{87CE0E53-F90C-7BF8-B8BB-882615872A61}"/>
          </ac:picMkLst>
        </pc:picChg>
      </pc:sldChg>
      <pc:sldChg chg="addSp delSp modSp add mod">
        <pc:chgData name="Marcos Magalhaes" userId="40e7feb1-b236-4492-ba05-9866385e6df6" providerId="ADAL" clId="{6C43A553-DCA5-4B7D-8941-35189771E73E}" dt="2025-05-29T00:46:27.632" v="2203" actId="1076"/>
        <pc:sldMkLst>
          <pc:docMk/>
          <pc:sldMk cId="1035735944" sldId="2122624670"/>
        </pc:sldMkLst>
        <pc:spChg chg="mod">
          <ac:chgData name="Marcos Magalhaes" userId="40e7feb1-b236-4492-ba05-9866385e6df6" providerId="ADAL" clId="{6C43A553-DCA5-4B7D-8941-35189771E73E}" dt="2025-05-29T00:46:08.753" v="2198"/>
          <ac:spMkLst>
            <pc:docMk/>
            <pc:sldMk cId="1035735944" sldId="2122624670"/>
            <ac:spMk id="5" creationId="{00000000-0000-0000-0000-000000000000}"/>
          </ac:spMkLst>
        </pc:spChg>
        <pc:spChg chg="del">
          <ac:chgData name="Marcos Magalhaes" userId="40e7feb1-b236-4492-ba05-9866385e6df6" providerId="ADAL" clId="{6C43A553-DCA5-4B7D-8941-35189771E73E}" dt="2025-05-29T00:46:24.555" v="2202" actId="478"/>
          <ac:spMkLst>
            <pc:docMk/>
            <pc:sldMk cId="1035735944" sldId="2122624670"/>
            <ac:spMk id="8" creationId="{5E52F766-20FC-AF80-68A4-5E9FC07E2534}"/>
          </ac:spMkLst>
        </pc:spChg>
        <pc:picChg chg="add mod">
          <ac:chgData name="Marcos Magalhaes" userId="40e7feb1-b236-4492-ba05-9866385e6df6" providerId="ADAL" clId="{6C43A553-DCA5-4B7D-8941-35189771E73E}" dt="2025-05-29T00:46:27.632" v="2203" actId="1076"/>
          <ac:picMkLst>
            <pc:docMk/>
            <pc:sldMk cId="1035735944" sldId="2122624670"/>
            <ac:picMk id="4" creationId="{1A2F5E31-7541-EFD2-A385-8983D55833F6}"/>
          </ac:picMkLst>
        </pc:picChg>
        <pc:picChg chg="del">
          <ac:chgData name="Marcos Magalhaes" userId="40e7feb1-b236-4492-ba05-9866385e6df6" providerId="ADAL" clId="{6C43A553-DCA5-4B7D-8941-35189771E73E}" dt="2025-05-29T00:46:09.792" v="2199" actId="478"/>
          <ac:picMkLst>
            <pc:docMk/>
            <pc:sldMk cId="1035735944" sldId="2122624670"/>
            <ac:picMk id="6" creationId="{DD971572-73FA-AB05-BF2C-BBDE856D2D78}"/>
          </ac:picMkLst>
        </pc:picChg>
      </pc:sldChg>
      <pc:sldChg chg="addSp delSp modSp add mod">
        <pc:chgData name="Marcos Magalhaes" userId="40e7feb1-b236-4492-ba05-9866385e6df6" providerId="ADAL" clId="{6C43A553-DCA5-4B7D-8941-35189771E73E}" dt="2025-05-29T00:47:59.791" v="2221" actId="1076"/>
        <pc:sldMkLst>
          <pc:docMk/>
          <pc:sldMk cId="2665987297" sldId="2122624671"/>
        </pc:sldMkLst>
        <pc:spChg chg="mod">
          <ac:chgData name="Marcos Magalhaes" userId="40e7feb1-b236-4492-ba05-9866385e6df6" providerId="ADAL" clId="{6C43A553-DCA5-4B7D-8941-35189771E73E}" dt="2025-05-29T00:46:57.093" v="2207"/>
          <ac:spMkLst>
            <pc:docMk/>
            <pc:sldMk cId="2665987297" sldId="2122624671"/>
            <ac:spMk id="5" creationId="{00000000-0000-0000-0000-000000000000}"/>
          </ac:spMkLst>
        </pc:spChg>
        <pc:spChg chg="add mod">
          <ac:chgData name="Marcos Magalhaes" userId="40e7feb1-b236-4492-ba05-9866385e6df6" providerId="ADAL" clId="{6C43A553-DCA5-4B7D-8941-35189771E73E}" dt="2025-05-29T00:47:59.791" v="2221" actId="1076"/>
          <ac:spMkLst>
            <pc:docMk/>
            <pc:sldMk cId="2665987297" sldId="2122624671"/>
            <ac:spMk id="10" creationId="{719404CB-3C6E-81F5-C17C-0AD772588E91}"/>
          </ac:spMkLst>
        </pc:spChg>
        <pc:picChg chg="del">
          <ac:chgData name="Marcos Magalhaes" userId="40e7feb1-b236-4492-ba05-9866385e6df6" providerId="ADAL" clId="{6C43A553-DCA5-4B7D-8941-35189771E73E}" dt="2025-05-29T00:47:18.792" v="2208" actId="478"/>
          <ac:picMkLst>
            <pc:docMk/>
            <pc:sldMk cId="2665987297" sldId="2122624671"/>
            <ac:picMk id="4" creationId="{1A2F5E31-7541-EFD2-A385-8983D55833F6}"/>
          </ac:picMkLst>
        </pc:picChg>
        <pc:picChg chg="add mod">
          <ac:chgData name="Marcos Magalhaes" userId="40e7feb1-b236-4492-ba05-9866385e6df6" providerId="ADAL" clId="{6C43A553-DCA5-4B7D-8941-35189771E73E}" dt="2025-05-29T00:47:47.773" v="2218" actId="1076"/>
          <ac:picMkLst>
            <pc:docMk/>
            <pc:sldMk cId="2665987297" sldId="2122624671"/>
            <ac:picMk id="6" creationId="{19DE1D17-F67E-FAFA-28F1-D517DFCD01CE}"/>
          </ac:picMkLst>
        </pc:picChg>
        <pc:picChg chg="add del mod">
          <ac:chgData name="Marcos Magalhaes" userId="40e7feb1-b236-4492-ba05-9866385e6df6" providerId="ADAL" clId="{6C43A553-DCA5-4B7D-8941-35189771E73E}" dt="2025-05-29T00:47:45.590" v="2217" actId="478"/>
          <ac:picMkLst>
            <pc:docMk/>
            <pc:sldMk cId="2665987297" sldId="2122624671"/>
            <ac:picMk id="8" creationId="{5157E83F-CEC4-13FE-5221-700765D234CE}"/>
          </ac:picMkLst>
        </pc:picChg>
        <pc:picChg chg="add mod">
          <ac:chgData name="Marcos Magalhaes" userId="40e7feb1-b236-4492-ba05-9866385e6df6" providerId="ADAL" clId="{6C43A553-DCA5-4B7D-8941-35189771E73E}" dt="2025-05-29T00:47:44.200" v="2216" actId="571"/>
          <ac:picMkLst>
            <pc:docMk/>
            <pc:sldMk cId="2665987297" sldId="2122624671"/>
            <ac:picMk id="9" creationId="{EF39196D-9C47-E42E-2841-A96F0C7B849B}"/>
          </ac:picMkLst>
        </pc:picChg>
      </pc:sldChg>
      <pc:sldChg chg="addSp delSp modSp add mod">
        <pc:chgData name="Marcos Magalhaes" userId="40e7feb1-b236-4492-ba05-9866385e6df6" providerId="ADAL" clId="{6C43A553-DCA5-4B7D-8941-35189771E73E}" dt="2025-05-29T00:49:10.356" v="2238" actId="1076"/>
        <pc:sldMkLst>
          <pc:docMk/>
          <pc:sldMk cId="1838299434" sldId="2122624672"/>
        </pc:sldMkLst>
        <pc:spChg chg="mod ord">
          <ac:chgData name="Marcos Magalhaes" userId="40e7feb1-b236-4492-ba05-9866385e6df6" providerId="ADAL" clId="{6C43A553-DCA5-4B7D-8941-35189771E73E}" dt="2025-05-29T00:49:10.356" v="2238" actId="1076"/>
          <ac:spMkLst>
            <pc:docMk/>
            <pc:sldMk cId="1838299434" sldId="2122624672"/>
            <ac:spMk id="10" creationId="{719404CB-3C6E-81F5-C17C-0AD772588E91}"/>
          </ac:spMkLst>
        </pc:spChg>
        <pc:picChg chg="add mod">
          <ac:chgData name="Marcos Magalhaes" userId="40e7feb1-b236-4492-ba05-9866385e6df6" providerId="ADAL" clId="{6C43A553-DCA5-4B7D-8941-35189771E73E}" dt="2025-05-29T00:48:34.559" v="2227" actId="1076"/>
          <ac:picMkLst>
            <pc:docMk/>
            <pc:sldMk cId="1838299434" sldId="2122624672"/>
            <ac:picMk id="4" creationId="{E21A804B-2349-401A-0D3E-16D2DEEB16E0}"/>
          </ac:picMkLst>
        </pc:picChg>
        <pc:picChg chg="del">
          <ac:chgData name="Marcos Magalhaes" userId="40e7feb1-b236-4492-ba05-9866385e6df6" providerId="ADAL" clId="{6C43A553-DCA5-4B7D-8941-35189771E73E}" dt="2025-05-29T00:48:18.452" v="2223" actId="478"/>
          <ac:picMkLst>
            <pc:docMk/>
            <pc:sldMk cId="1838299434" sldId="2122624672"/>
            <ac:picMk id="6" creationId="{19DE1D17-F67E-FAFA-28F1-D517DFCD01CE}"/>
          </ac:picMkLst>
        </pc:picChg>
        <pc:picChg chg="add mod ord">
          <ac:chgData name="Marcos Magalhaes" userId="40e7feb1-b236-4492-ba05-9866385e6df6" providerId="ADAL" clId="{6C43A553-DCA5-4B7D-8941-35189771E73E}" dt="2025-05-29T00:49:06.920" v="2237" actId="1076"/>
          <ac:picMkLst>
            <pc:docMk/>
            <pc:sldMk cId="1838299434" sldId="2122624672"/>
            <ac:picMk id="8" creationId="{EA9D36A5-EE67-BEDD-A12F-5B3C21CFFAB5}"/>
          </ac:picMkLst>
        </pc:picChg>
      </pc:sldChg>
      <pc:sldChg chg="addSp delSp modSp add mod ord delAnim modAnim">
        <pc:chgData name="Marcos Magalhaes" userId="40e7feb1-b236-4492-ba05-9866385e6df6" providerId="ADAL" clId="{6C43A553-DCA5-4B7D-8941-35189771E73E}" dt="2025-05-29T01:47:44.956" v="3788" actId="1076"/>
        <pc:sldMkLst>
          <pc:docMk/>
          <pc:sldMk cId="1890950924" sldId="2122624673"/>
        </pc:sldMkLst>
        <pc:spChg chg="mod">
          <ac:chgData name="Marcos Magalhaes" userId="40e7feb1-b236-4492-ba05-9866385e6df6" providerId="ADAL" clId="{6C43A553-DCA5-4B7D-8941-35189771E73E}" dt="2025-05-29T00:49:43.650" v="2265" actId="20577"/>
          <ac:spMkLst>
            <pc:docMk/>
            <pc:sldMk cId="1890950924" sldId="2122624673"/>
            <ac:spMk id="2" creationId="{316B68A7-0FCC-4C4B-8A36-2669D4CB1C97}"/>
          </ac:spMkLst>
        </pc:spChg>
        <pc:spChg chg="mod">
          <ac:chgData name="Marcos Magalhaes" userId="40e7feb1-b236-4492-ba05-9866385e6df6" providerId="ADAL" clId="{6C43A553-DCA5-4B7D-8941-35189771E73E}" dt="2025-05-29T01:13:44.212" v="3754" actId="1076"/>
          <ac:spMkLst>
            <pc:docMk/>
            <pc:sldMk cId="1890950924" sldId="2122624673"/>
            <ac:spMk id="6" creationId="{00000000-0000-0000-0000-000000000000}"/>
          </ac:spMkLst>
        </pc:spChg>
        <pc:picChg chg="add del mod">
          <ac:chgData name="Marcos Magalhaes" userId="40e7feb1-b236-4492-ba05-9866385e6df6" providerId="ADAL" clId="{6C43A553-DCA5-4B7D-8941-35189771E73E}" dt="2025-05-29T00:58:35.366" v="2770" actId="478"/>
          <ac:picMkLst>
            <pc:docMk/>
            <pc:sldMk cId="1890950924" sldId="2122624673"/>
            <ac:picMk id="3" creationId="{441FC20F-E26E-BDA2-9FA1-4E161E2BC16D}"/>
          </ac:picMkLst>
        </pc:picChg>
        <pc:picChg chg="add mod">
          <ac:chgData name="Marcos Magalhaes" userId="40e7feb1-b236-4492-ba05-9866385e6df6" providerId="ADAL" clId="{6C43A553-DCA5-4B7D-8941-35189771E73E}" dt="2025-05-29T01:47:44.956" v="3788" actId="1076"/>
          <ac:picMkLst>
            <pc:docMk/>
            <pc:sldMk cId="1890950924" sldId="2122624673"/>
            <ac:picMk id="4" creationId="{09AACA63-0863-5E36-4E14-3ABDC3CAA523}"/>
          </ac:picMkLst>
        </pc:picChg>
        <pc:picChg chg="del">
          <ac:chgData name="Marcos Magalhaes" userId="40e7feb1-b236-4492-ba05-9866385e6df6" providerId="ADAL" clId="{6C43A553-DCA5-4B7D-8941-35189771E73E}" dt="2025-05-29T00:51:41.448" v="2763" actId="478"/>
          <ac:picMkLst>
            <pc:docMk/>
            <pc:sldMk cId="1890950924" sldId="2122624673"/>
            <ac:picMk id="4" creationId="{9BC327AF-D98D-1BB3-EDE0-5F109E23CEFD}"/>
          </ac:picMkLst>
        </pc:picChg>
        <pc:picChg chg="add del mod">
          <ac:chgData name="Marcos Magalhaes" userId="40e7feb1-b236-4492-ba05-9866385e6df6" providerId="ADAL" clId="{6C43A553-DCA5-4B7D-8941-35189771E73E}" dt="2025-05-29T01:47:21.622" v="3780" actId="478"/>
          <ac:picMkLst>
            <pc:docMk/>
            <pc:sldMk cId="1890950924" sldId="2122624673"/>
            <ac:picMk id="5" creationId="{816BCBAC-C896-5099-1FC5-F4891D44622B}"/>
          </ac:picMkLst>
        </pc:picChg>
        <pc:picChg chg="mod">
          <ac:chgData name="Marcos Magalhaes" userId="40e7feb1-b236-4492-ba05-9866385e6df6" providerId="ADAL" clId="{6C43A553-DCA5-4B7D-8941-35189771E73E}" dt="2025-05-29T01:47:44.956" v="3788" actId="1076"/>
          <ac:picMkLst>
            <pc:docMk/>
            <pc:sldMk cId="1890950924" sldId="2122624673"/>
            <ac:picMk id="8" creationId="{89DF616F-763F-1C62-897F-CDFD30AFD7E6}"/>
          </ac:picMkLst>
        </pc:picChg>
        <pc:picChg chg="add mod">
          <ac:chgData name="Marcos Magalhaes" userId="40e7feb1-b236-4492-ba05-9866385e6df6" providerId="ADAL" clId="{6C43A553-DCA5-4B7D-8941-35189771E73E}" dt="2025-05-29T01:47:44.956" v="3788" actId="1076"/>
          <ac:picMkLst>
            <pc:docMk/>
            <pc:sldMk cId="1890950924" sldId="2122624673"/>
            <ac:picMk id="9" creationId="{201EE81F-D934-BED7-CBC1-C075CEB29C9A}"/>
          </ac:picMkLst>
        </pc:picChg>
      </pc:sldChg>
    </pc:docChg>
  </pc:docChgLst>
  <pc:docChgLst>
    <pc:chgData name="Marcos Magalhaes" userId="40e7feb1-b236-4492-ba05-9866385e6df6" providerId="ADAL" clId="{678EF83D-A470-446E-86CD-233DF08F1A26}"/>
    <pc:docChg chg="undo custSel addSld delSld modSld">
      <pc:chgData name="Marcos Magalhaes" userId="40e7feb1-b236-4492-ba05-9866385e6df6" providerId="ADAL" clId="{678EF83D-A470-446E-86CD-233DF08F1A26}" dt="2025-02-26T17:19:36.508" v="988" actId="1076"/>
      <pc:docMkLst>
        <pc:docMk/>
      </pc:docMkLst>
      <pc:sldChg chg="modSp mod">
        <pc:chgData name="Marcos Magalhaes" userId="40e7feb1-b236-4492-ba05-9866385e6df6" providerId="ADAL" clId="{678EF83D-A470-446E-86CD-233DF08F1A26}" dt="2025-02-25T13:31:31.119" v="83" actId="20577"/>
        <pc:sldMkLst>
          <pc:docMk/>
          <pc:sldMk cId="1386677359" sldId="262"/>
        </pc:sldMkLst>
        <pc:spChg chg="mod">
          <ac:chgData name="Marcos Magalhaes" userId="40e7feb1-b236-4492-ba05-9866385e6df6" providerId="ADAL" clId="{678EF83D-A470-446E-86CD-233DF08F1A26}" dt="2025-02-25T13:31:31.119" v="83" actId="20577"/>
          <ac:spMkLst>
            <pc:docMk/>
            <pc:sldMk cId="1386677359" sldId="262"/>
            <ac:spMk id="3" creationId="{EA344B25-997F-BB49-B147-95F6C08DCCDA}"/>
          </ac:spMkLst>
        </pc:spChg>
      </pc:sldChg>
      <pc:sldChg chg="addSp delSp modSp mod">
        <pc:chgData name="Marcos Magalhaes" userId="40e7feb1-b236-4492-ba05-9866385e6df6" providerId="ADAL" clId="{678EF83D-A470-446E-86CD-233DF08F1A26}" dt="2025-02-26T17:19:36.508" v="988" actId="1076"/>
        <pc:sldMkLst>
          <pc:docMk/>
          <pc:sldMk cId="2577858216" sldId="2122624608"/>
        </pc:sldMkLst>
        <pc:spChg chg="mod">
          <ac:chgData name="Marcos Magalhaes" userId="40e7feb1-b236-4492-ba05-9866385e6df6" providerId="ADAL" clId="{678EF83D-A470-446E-86CD-233DF08F1A26}" dt="2025-02-26T17:09:14.389" v="93" actId="20577"/>
          <ac:spMkLst>
            <pc:docMk/>
            <pc:sldMk cId="2577858216" sldId="2122624608"/>
            <ac:spMk id="2" creationId="{316B68A7-0FCC-4C4B-8A36-2669D4CB1C97}"/>
          </ac:spMkLst>
        </pc:spChg>
        <pc:spChg chg="mod">
          <ac:chgData name="Marcos Magalhaes" userId="40e7feb1-b236-4492-ba05-9866385e6df6" providerId="ADAL" clId="{678EF83D-A470-446E-86CD-233DF08F1A26}" dt="2025-02-26T17:12:16.693" v="435" actId="255"/>
          <ac:spMkLst>
            <pc:docMk/>
            <pc:sldMk cId="2577858216" sldId="2122624608"/>
            <ac:spMk id="6" creationId="{00000000-0000-0000-0000-000000000000}"/>
          </ac:spMkLst>
        </pc:spChg>
        <pc:spChg chg="add mod">
          <ac:chgData name="Marcos Magalhaes" userId="40e7feb1-b236-4492-ba05-9866385e6df6" providerId="ADAL" clId="{678EF83D-A470-446E-86CD-233DF08F1A26}" dt="2025-02-26T17:19:36.508" v="988" actId="1076"/>
          <ac:spMkLst>
            <pc:docMk/>
            <pc:sldMk cId="2577858216" sldId="2122624608"/>
            <ac:spMk id="7" creationId="{AAFE4947-40FC-F8D2-C4F6-282C7C237715}"/>
          </ac:spMkLst>
        </pc:spChg>
        <pc:picChg chg="del">
          <ac:chgData name="Marcos Magalhaes" userId="40e7feb1-b236-4492-ba05-9866385e6df6" providerId="ADAL" clId="{678EF83D-A470-446E-86CD-233DF08F1A26}" dt="2025-02-26T17:12:24.323" v="437" actId="478"/>
          <ac:picMkLst>
            <pc:docMk/>
            <pc:sldMk cId="2577858216" sldId="2122624608"/>
            <ac:picMk id="4" creationId="{A53C9ED1-DB69-31CF-E29C-AB3AC67F77E7}"/>
          </ac:picMkLst>
        </pc:picChg>
        <pc:picChg chg="add mod">
          <ac:chgData name="Marcos Magalhaes" userId="40e7feb1-b236-4492-ba05-9866385e6df6" providerId="ADAL" clId="{678EF83D-A470-446E-86CD-233DF08F1A26}" dt="2025-02-26T17:17:47.688" v="701" actId="1076"/>
          <ac:picMkLst>
            <pc:docMk/>
            <pc:sldMk cId="2577858216" sldId="2122624608"/>
            <ac:picMk id="5" creationId="{5C39C8CE-EED3-900E-A71A-DE22DE7B04E1}"/>
          </ac:picMkLst>
        </pc:picChg>
        <pc:picChg chg="add mod">
          <ac:chgData name="Marcos Magalhaes" userId="40e7feb1-b236-4492-ba05-9866385e6df6" providerId="ADAL" clId="{678EF83D-A470-446E-86CD-233DF08F1A26}" dt="2025-02-26T17:17:47.688" v="701" actId="1076"/>
          <ac:picMkLst>
            <pc:docMk/>
            <pc:sldMk cId="2577858216" sldId="2122624608"/>
            <ac:picMk id="9" creationId="{D4818685-DCA1-01D6-7104-993E9834341F}"/>
          </ac:picMkLst>
        </pc:picChg>
        <pc:picChg chg="del">
          <ac:chgData name="Marcos Magalhaes" userId="40e7feb1-b236-4492-ba05-9866385e6df6" providerId="ADAL" clId="{678EF83D-A470-446E-86CD-233DF08F1A26}" dt="2025-02-26T17:12:24.750" v="438" actId="478"/>
          <ac:picMkLst>
            <pc:docMk/>
            <pc:sldMk cId="2577858216" sldId="2122624608"/>
            <ac:picMk id="10" creationId="{C49910A4-6F9C-FC5D-8AF3-1A7F64119BBC}"/>
          </ac:picMkLst>
        </pc:picChg>
        <pc:picChg chg="del">
          <ac:chgData name="Marcos Magalhaes" userId="40e7feb1-b236-4492-ba05-9866385e6df6" providerId="ADAL" clId="{678EF83D-A470-446E-86CD-233DF08F1A26}" dt="2025-02-26T17:12:23.768" v="436" actId="478"/>
          <ac:picMkLst>
            <pc:docMk/>
            <pc:sldMk cId="2577858216" sldId="2122624608"/>
            <ac:picMk id="12" creationId="{B5509097-DAAF-FB3D-85C1-35E583C6B371}"/>
          </ac:picMkLst>
        </pc:picChg>
        <pc:picChg chg="del">
          <ac:chgData name="Marcos Magalhaes" userId="40e7feb1-b236-4492-ba05-9866385e6df6" providerId="ADAL" clId="{678EF83D-A470-446E-86CD-233DF08F1A26}" dt="2025-02-26T17:12:25.562" v="439" actId="478"/>
          <ac:picMkLst>
            <pc:docMk/>
            <pc:sldMk cId="2577858216" sldId="2122624608"/>
            <ac:picMk id="13" creationId="{45C9144E-9CE6-4FB0-7CC4-A6DA63AB2D4D}"/>
          </ac:picMkLst>
        </pc:picChg>
      </pc:sldChg>
      <pc:sldChg chg="del">
        <pc:chgData name="Marcos Magalhaes" userId="40e7feb1-b236-4492-ba05-9866385e6df6" providerId="ADAL" clId="{678EF83D-A470-446E-86CD-233DF08F1A26}" dt="2025-02-26T17:12:46.152" v="440" actId="47"/>
        <pc:sldMkLst>
          <pc:docMk/>
          <pc:sldMk cId="3229992494" sldId="2122624661"/>
        </pc:sldMkLst>
      </pc:sldChg>
      <pc:sldChg chg="del">
        <pc:chgData name="Marcos Magalhaes" userId="40e7feb1-b236-4492-ba05-9866385e6df6" providerId="ADAL" clId="{678EF83D-A470-446E-86CD-233DF08F1A26}" dt="2025-02-26T17:12:46.152" v="440" actId="47"/>
        <pc:sldMkLst>
          <pc:docMk/>
          <pc:sldMk cId="2759155929" sldId="2122624669"/>
        </pc:sldMkLst>
      </pc:sldChg>
      <pc:sldChg chg="del">
        <pc:chgData name="Marcos Magalhaes" userId="40e7feb1-b236-4492-ba05-9866385e6df6" providerId="ADAL" clId="{678EF83D-A470-446E-86CD-233DF08F1A26}" dt="2025-02-26T17:12:46.152" v="440" actId="47"/>
        <pc:sldMkLst>
          <pc:docMk/>
          <pc:sldMk cId="2376733721" sldId="2122624670"/>
        </pc:sldMkLst>
      </pc:sldChg>
      <pc:sldChg chg="add del">
        <pc:chgData name="Marcos Magalhaes" userId="40e7feb1-b236-4492-ba05-9866385e6df6" providerId="ADAL" clId="{678EF83D-A470-446E-86CD-233DF08F1A26}" dt="2025-02-26T17:17:21.236" v="692" actId="47"/>
        <pc:sldMkLst>
          <pc:docMk/>
          <pc:sldMk cId="2139629825" sldId="2122624671"/>
        </pc:sldMkLst>
      </pc:sldChg>
    </pc:docChg>
  </pc:docChgLst>
  <pc:docChgLst>
    <pc:chgData name="Marcos Magalhaes" userId="40e7feb1-b236-4492-ba05-9866385e6df6" providerId="ADAL" clId="{49361702-AF02-411B-B974-50BB4B520902}"/>
    <pc:docChg chg="custSel addSld delSld modSld">
      <pc:chgData name="Marcos Magalhaes" userId="40e7feb1-b236-4492-ba05-9866385e6df6" providerId="ADAL" clId="{49361702-AF02-411B-B974-50BB4B520902}" dt="2025-01-16T18:17:47.748" v="341" actId="1076"/>
      <pc:docMkLst>
        <pc:docMk/>
      </pc:docMkLst>
      <pc:sldChg chg="modSp mod">
        <pc:chgData name="Marcos Magalhaes" userId="40e7feb1-b236-4492-ba05-9866385e6df6" providerId="ADAL" clId="{49361702-AF02-411B-B974-50BB4B520902}" dt="2025-01-16T18:13:49.424" v="288" actId="20577"/>
        <pc:sldMkLst>
          <pc:docMk/>
          <pc:sldMk cId="2759155929" sldId="2122624669"/>
        </pc:sldMkLst>
        <pc:spChg chg="mod">
          <ac:chgData name="Marcos Magalhaes" userId="40e7feb1-b236-4492-ba05-9866385e6df6" providerId="ADAL" clId="{49361702-AF02-411B-B974-50BB4B520902}" dt="2025-01-16T18:13:49.424" v="288" actId="20577"/>
          <ac:spMkLst>
            <pc:docMk/>
            <pc:sldMk cId="2759155929" sldId="2122624669"/>
            <ac:spMk id="6" creationId="{00000000-0000-0000-0000-000000000000}"/>
          </ac:spMkLst>
        </pc:spChg>
      </pc:sldChg>
      <pc:sldChg chg="addSp modSp mod">
        <pc:chgData name="Marcos Magalhaes" userId="40e7feb1-b236-4492-ba05-9866385e6df6" providerId="ADAL" clId="{49361702-AF02-411B-B974-50BB4B520902}" dt="2025-01-16T18:17:47.748" v="341" actId="1076"/>
        <pc:sldMkLst>
          <pc:docMk/>
          <pc:sldMk cId="2376733721" sldId="2122624670"/>
        </pc:sldMkLst>
        <pc:spChg chg="add mod">
          <ac:chgData name="Marcos Magalhaes" userId="40e7feb1-b236-4492-ba05-9866385e6df6" providerId="ADAL" clId="{49361702-AF02-411B-B974-50BB4B520902}" dt="2025-01-16T18:08:55.755" v="9" actId="20577"/>
          <ac:spMkLst>
            <pc:docMk/>
            <pc:sldMk cId="2376733721" sldId="2122624670"/>
            <ac:spMk id="3" creationId="{9BF434CC-CCEC-7393-BD04-3CADCFCCCCC1}"/>
          </ac:spMkLst>
        </pc:spChg>
        <pc:spChg chg="add mod">
          <ac:chgData name="Marcos Magalhaes" userId="40e7feb1-b236-4492-ba05-9866385e6df6" providerId="ADAL" clId="{49361702-AF02-411B-B974-50BB4B520902}" dt="2025-01-16T18:17:40.887" v="340" actId="1076"/>
          <ac:spMkLst>
            <pc:docMk/>
            <pc:sldMk cId="2376733721" sldId="2122624670"/>
            <ac:spMk id="7" creationId="{43C6EA39-2082-906E-1C1B-5218BDE656AE}"/>
          </ac:spMkLst>
        </pc:spChg>
        <pc:spChg chg="mod">
          <ac:chgData name="Marcos Magalhaes" userId="40e7feb1-b236-4492-ba05-9866385e6df6" providerId="ADAL" clId="{49361702-AF02-411B-B974-50BB4B520902}" dt="2025-01-16T18:17:47.748" v="341" actId="1076"/>
          <ac:spMkLst>
            <pc:docMk/>
            <pc:sldMk cId="2376733721" sldId="2122624670"/>
            <ac:spMk id="14" creationId="{BB92A4BC-B3CE-BC1F-6C66-D41DDDD0293B}"/>
          </ac:spMkLst>
        </pc:spChg>
        <pc:picChg chg="mod">
          <ac:chgData name="Marcos Magalhaes" userId="40e7feb1-b236-4492-ba05-9866385e6df6" providerId="ADAL" clId="{49361702-AF02-411B-B974-50BB4B520902}" dt="2025-01-16T18:15:45.565" v="312" actId="1076"/>
          <ac:picMkLst>
            <pc:docMk/>
            <pc:sldMk cId="2376733721" sldId="2122624670"/>
            <ac:picMk id="15" creationId="{075FB1F1-6349-0E43-B9A3-B7D72863DEA3}"/>
          </ac:picMkLst>
        </pc:picChg>
      </pc:sldChg>
      <pc:sldChg chg="delSp modSp add mod">
        <pc:chgData name="Marcos Magalhaes" userId="40e7feb1-b236-4492-ba05-9866385e6df6" providerId="ADAL" clId="{49361702-AF02-411B-B974-50BB4B520902}" dt="2025-01-16T18:12:59.722" v="235" actId="20577"/>
        <pc:sldMkLst>
          <pc:docMk/>
          <pc:sldMk cId="2139629825" sldId="2122624671"/>
        </pc:sldMkLst>
        <pc:spChg chg="mod">
          <ac:chgData name="Marcos Magalhaes" userId="40e7feb1-b236-4492-ba05-9866385e6df6" providerId="ADAL" clId="{49361702-AF02-411B-B974-50BB4B520902}" dt="2025-01-16T18:12:59.722" v="235" actId="20577"/>
          <ac:spMkLst>
            <pc:docMk/>
            <pc:sldMk cId="2139629825" sldId="2122624671"/>
            <ac:spMk id="6" creationId="{00000000-0000-0000-0000-000000000000}"/>
          </ac:spMkLst>
        </pc:spChg>
        <pc:picChg chg="del">
          <ac:chgData name="Marcos Magalhaes" userId="40e7feb1-b236-4492-ba05-9866385e6df6" providerId="ADAL" clId="{49361702-AF02-411B-B974-50BB4B520902}" dt="2025-01-16T18:11:03.886" v="71" actId="478"/>
          <ac:picMkLst>
            <pc:docMk/>
            <pc:sldMk cId="2139629825" sldId="2122624671"/>
            <ac:picMk id="8" creationId="{5EFC06E7-B279-A283-F286-A130566C497A}"/>
          </ac:picMkLst>
        </pc:picChg>
        <pc:picChg chg="del">
          <ac:chgData name="Marcos Magalhaes" userId="40e7feb1-b236-4492-ba05-9866385e6df6" providerId="ADAL" clId="{49361702-AF02-411B-B974-50BB4B520902}" dt="2025-01-16T18:11:04.241" v="72" actId="478"/>
          <ac:picMkLst>
            <pc:docMk/>
            <pc:sldMk cId="2139629825" sldId="2122624671"/>
            <ac:picMk id="10" creationId="{A9866EAD-FA27-5267-74D9-BA7F6737DE53}"/>
          </ac:picMkLst>
        </pc:picChg>
        <pc:picChg chg="del">
          <ac:chgData name="Marcos Magalhaes" userId="40e7feb1-b236-4492-ba05-9866385e6df6" providerId="ADAL" clId="{49361702-AF02-411B-B974-50BB4B520902}" dt="2025-01-16T18:11:26.590" v="86" actId="478"/>
          <ac:picMkLst>
            <pc:docMk/>
            <pc:sldMk cId="2139629825" sldId="2122624671"/>
            <ac:picMk id="12" creationId="{A49971AD-9F28-A8EC-7E14-08A6097A2162}"/>
          </ac:picMkLst>
        </pc:picChg>
        <pc:picChg chg="del mod">
          <ac:chgData name="Marcos Magalhaes" userId="40e7feb1-b236-4492-ba05-9866385e6df6" providerId="ADAL" clId="{49361702-AF02-411B-B974-50BB4B520902}" dt="2025-01-16T18:11:35.843" v="88" actId="478"/>
          <ac:picMkLst>
            <pc:docMk/>
            <pc:sldMk cId="2139629825" sldId="2122624671"/>
            <ac:picMk id="14" creationId="{12483489-84C3-92CF-1A04-75081BB28613}"/>
          </ac:picMkLst>
        </pc:picChg>
      </pc:sldChg>
      <pc:sldChg chg="delSp add del mod">
        <pc:chgData name="Marcos Magalhaes" userId="40e7feb1-b236-4492-ba05-9866385e6df6" providerId="ADAL" clId="{49361702-AF02-411B-B974-50BB4B520902}" dt="2025-01-16T18:11:01.149" v="70" actId="47"/>
        <pc:sldMkLst>
          <pc:docMk/>
          <pc:sldMk cId="785405332" sldId="2122624672"/>
        </pc:sldMkLst>
        <pc:picChg chg="del">
          <ac:chgData name="Marcos Magalhaes" userId="40e7feb1-b236-4492-ba05-9866385e6df6" providerId="ADAL" clId="{49361702-AF02-411B-B974-50BB4B520902}" dt="2025-01-16T18:10:51.191" v="68" actId="478"/>
          <ac:picMkLst>
            <pc:docMk/>
            <pc:sldMk cId="785405332" sldId="2122624672"/>
            <ac:picMk id="8" creationId="{5EFC06E7-B279-A283-F286-A130566C497A}"/>
          </ac:picMkLst>
        </pc:picChg>
        <pc:picChg chg="del">
          <ac:chgData name="Marcos Magalhaes" userId="40e7feb1-b236-4492-ba05-9866385e6df6" providerId="ADAL" clId="{49361702-AF02-411B-B974-50BB4B520902}" dt="2025-01-16T18:10:53.034" v="69" actId="478"/>
          <ac:picMkLst>
            <pc:docMk/>
            <pc:sldMk cId="785405332" sldId="2122624672"/>
            <ac:picMk id="10" creationId="{A9866EAD-FA27-5267-74D9-BA7F6737DE5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9DDF34-0552-4036-87C1-D16E59D46247}" type="datetimeFigureOut">
              <a:rPr lang="zh-CN" altLang="en-US" smtClean="0"/>
              <a:t>2025/5/28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AEB295-07B4-4A01-8368-673D2E7CC7A0}" type="slidenum">
              <a:rPr lang="zh-CN" altLang="en-US" smtClean="0"/>
              <a:t>‹#›</a:t>
            </a:fld>
            <a:endParaRPr lang="zh-CN" altLang="en-US"/>
          </a:p>
        </p:txBody>
      </p:sp>
    </p:spTree>
    <p:extLst>
      <p:ext uri="{BB962C8B-B14F-4D97-AF65-F5344CB8AC3E}">
        <p14:creationId xmlns:p14="http://schemas.microsoft.com/office/powerpoint/2010/main" val="308149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1</a:t>
            </a:fld>
            <a:endParaRPr lang="zh-CN" altLang="en-US"/>
          </a:p>
        </p:txBody>
      </p:sp>
    </p:spTree>
    <p:extLst>
      <p:ext uri="{BB962C8B-B14F-4D97-AF65-F5344CB8AC3E}">
        <p14:creationId xmlns:p14="http://schemas.microsoft.com/office/powerpoint/2010/main" val="110867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2</a:t>
            </a:fld>
            <a:endParaRPr lang="zh-CN" altLang="en-US"/>
          </a:p>
        </p:txBody>
      </p:sp>
    </p:spTree>
    <p:extLst>
      <p:ext uri="{BB962C8B-B14F-4D97-AF65-F5344CB8AC3E}">
        <p14:creationId xmlns:p14="http://schemas.microsoft.com/office/powerpoint/2010/main" val="2933931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3</a:t>
            </a:fld>
            <a:endParaRPr lang="zh-CN" altLang="en-US"/>
          </a:p>
        </p:txBody>
      </p:sp>
    </p:spTree>
    <p:extLst>
      <p:ext uri="{BB962C8B-B14F-4D97-AF65-F5344CB8AC3E}">
        <p14:creationId xmlns:p14="http://schemas.microsoft.com/office/powerpoint/2010/main" val="1303665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4</a:t>
            </a:fld>
            <a:endParaRPr lang="zh-CN" altLang="en-US"/>
          </a:p>
        </p:txBody>
      </p:sp>
    </p:spTree>
    <p:extLst>
      <p:ext uri="{BB962C8B-B14F-4D97-AF65-F5344CB8AC3E}">
        <p14:creationId xmlns:p14="http://schemas.microsoft.com/office/powerpoint/2010/main" val="247826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5</a:t>
            </a:fld>
            <a:endParaRPr lang="zh-CN" altLang="en-US"/>
          </a:p>
        </p:txBody>
      </p:sp>
    </p:spTree>
    <p:extLst>
      <p:ext uri="{BB962C8B-B14F-4D97-AF65-F5344CB8AC3E}">
        <p14:creationId xmlns:p14="http://schemas.microsoft.com/office/powerpoint/2010/main" val="2478265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6</a:t>
            </a:fld>
            <a:endParaRPr lang="zh-CN" altLang="en-US"/>
          </a:p>
        </p:txBody>
      </p:sp>
    </p:spTree>
    <p:extLst>
      <p:ext uri="{BB962C8B-B14F-4D97-AF65-F5344CB8AC3E}">
        <p14:creationId xmlns:p14="http://schemas.microsoft.com/office/powerpoint/2010/main" val="3294709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7</a:t>
            </a:fld>
            <a:endParaRPr lang="zh-CN" altLang="en-US"/>
          </a:p>
        </p:txBody>
      </p:sp>
    </p:spTree>
    <p:extLst>
      <p:ext uri="{BB962C8B-B14F-4D97-AF65-F5344CB8AC3E}">
        <p14:creationId xmlns:p14="http://schemas.microsoft.com/office/powerpoint/2010/main" val="110644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8</a:t>
            </a:fld>
            <a:endParaRPr lang="zh-CN" altLang="en-US"/>
          </a:p>
        </p:txBody>
      </p:sp>
    </p:spTree>
    <p:extLst>
      <p:ext uri="{BB962C8B-B14F-4D97-AF65-F5344CB8AC3E}">
        <p14:creationId xmlns:p14="http://schemas.microsoft.com/office/powerpoint/2010/main" val="1055055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9</a:t>
            </a:fld>
            <a:endParaRPr lang="zh-CN" altLang="en-US"/>
          </a:p>
        </p:txBody>
      </p:sp>
    </p:spTree>
    <p:extLst>
      <p:ext uri="{BB962C8B-B14F-4D97-AF65-F5344CB8AC3E}">
        <p14:creationId xmlns:p14="http://schemas.microsoft.com/office/powerpoint/2010/main" val="885268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10</a:t>
            </a:fld>
            <a:endParaRPr lang="zh-CN" altLang="en-US"/>
          </a:p>
        </p:txBody>
      </p:sp>
    </p:spTree>
    <p:extLst>
      <p:ext uri="{BB962C8B-B14F-4D97-AF65-F5344CB8AC3E}">
        <p14:creationId xmlns:p14="http://schemas.microsoft.com/office/powerpoint/2010/main" val="3775660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11</a:t>
            </a:fld>
            <a:endParaRPr lang="zh-CN" altLang="en-US"/>
          </a:p>
        </p:txBody>
      </p:sp>
    </p:spTree>
    <p:extLst>
      <p:ext uri="{BB962C8B-B14F-4D97-AF65-F5344CB8AC3E}">
        <p14:creationId xmlns:p14="http://schemas.microsoft.com/office/powerpoint/2010/main" val="3681591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a:t>
            </a:r>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12</a:t>
            </a:fld>
            <a:endParaRPr lang="zh-CN" altLang="en-US"/>
          </a:p>
        </p:txBody>
      </p:sp>
    </p:spTree>
    <p:extLst>
      <p:ext uri="{BB962C8B-B14F-4D97-AF65-F5344CB8AC3E}">
        <p14:creationId xmlns:p14="http://schemas.microsoft.com/office/powerpoint/2010/main" val="3253034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标题 2"/>
          <p:cNvSpPr>
            <a:spLocks noGrp="1"/>
          </p:cNvSpPr>
          <p:nvPr>
            <p:ph type="title"/>
          </p:nvPr>
        </p:nvSpPr>
        <p:spPr>
          <a:xfrm>
            <a:off x="433754" y="280410"/>
            <a:ext cx="10972800" cy="480131"/>
          </a:xfrm>
        </p:spPr>
        <p:txBody>
          <a:bodyPr/>
          <a:lstStyle/>
          <a:p>
            <a:r>
              <a:rPr lang="zh-CN" altLang="en-US"/>
              <a:t>单击此处编辑母版标题样式</a:t>
            </a:r>
          </a:p>
        </p:txBody>
      </p:sp>
    </p:spTree>
    <p:extLst>
      <p:ext uri="{BB962C8B-B14F-4D97-AF65-F5344CB8AC3E}">
        <p14:creationId xmlns:p14="http://schemas.microsoft.com/office/powerpoint/2010/main" val="205192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538E40E7-B937-441A-A707-9F500359E119}"/>
              </a:ext>
            </a:extLst>
          </p:cNvPr>
          <p:cNvSpPr>
            <a:spLocks noGrp="1"/>
          </p:cNvSpPr>
          <p:nvPr>
            <p:ph type="title"/>
          </p:nvPr>
        </p:nvSpPr>
        <p:spPr>
          <a:xfrm>
            <a:off x="431372" y="280849"/>
            <a:ext cx="10972800" cy="5355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814740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538E40E7-B937-441A-A707-9F500359E119}"/>
              </a:ext>
            </a:extLst>
          </p:cNvPr>
          <p:cNvSpPr>
            <a:spLocks noGrp="1"/>
          </p:cNvSpPr>
          <p:nvPr>
            <p:ph type="title"/>
          </p:nvPr>
        </p:nvSpPr>
        <p:spPr>
          <a:xfrm>
            <a:off x="431372" y="272057"/>
            <a:ext cx="10972800" cy="535531"/>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40094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7"/>
            <a:ext cx="10972800" cy="480131"/>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a:lstStyle/>
          <a:p>
            <a:fld id="{AA49D1C9-822E-4C01-8466-8484D91A1FDE}" type="datetimeFigureOut">
              <a:rPr lang="zh-CN" altLang="en-US" smtClean="0"/>
              <a:pPr/>
              <a:t>2025/5/28</a:t>
            </a:fld>
            <a:endParaRPr lang="zh-CN" altLang="en-US"/>
          </a:p>
        </p:txBody>
      </p:sp>
      <p:sp>
        <p:nvSpPr>
          <p:cNvPr id="4" name="页脚占位符 3"/>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7600" y="6356351"/>
            <a:ext cx="2844800" cy="365125"/>
          </a:xfrm>
          <a:prstGeom prst="rect">
            <a:avLst/>
          </a:prstGeom>
        </p:spPr>
        <p:txBody>
          <a:bodyPr/>
          <a:lstStyle/>
          <a:p>
            <a:fld id="{3C152090-35C4-461D-93C5-E23C1F833F05}" type="slidenum">
              <a:rPr lang="zh-CN" altLang="en-US" smtClean="0"/>
              <a:pPr/>
              <a:t>‹#›</a:t>
            </a:fld>
            <a:endParaRPr lang="zh-CN" altLang="en-US"/>
          </a:p>
        </p:txBody>
      </p:sp>
    </p:spTree>
    <p:extLst>
      <p:ext uri="{BB962C8B-B14F-4D97-AF65-F5344CB8AC3E}">
        <p14:creationId xmlns:p14="http://schemas.microsoft.com/office/powerpoint/2010/main" val="3839493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对象 1" hidden="1">
            <a:extLst>
              <a:ext uri="{FF2B5EF4-FFF2-40B4-BE49-F238E27FC236}">
                <a16:creationId xmlns:a16="http://schemas.microsoft.com/office/drawing/2014/main" id="{BD515415-B67D-451F-8E2C-C0488C61A48D}"/>
              </a:ext>
            </a:extLst>
          </p:cNvPr>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7" imgW="347" imgH="348" progId="TCLayout.ActiveDocument.1">
                  <p:embed/>
                </p:oleObj>
              </mc:Choice>
              <mc:Fallback>
                <p:oleObj name="think-cell 幻灯片" r:id="rId7" imgW="347" imgH="348" progId="TCLayout.ActiveDocument.1">
                  <p:embed/>
                  <p:pic>
                    <p:nvPicPr>
                      <p:cNvPr id="2" name="对象 1" hidden="1">
                        <a:extLst>
                          <a:ext uri="{FF2B5EF4-FFF2-40B4-BE49-F238E27FC236}">
                            <a16:creationId xmlns:a16="http://schemas.microsoft.com/office/drawing/2014/main" id="{BD515415-B67D-451F-8E2C-C0488C61A48D}"/>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标题占位符 6">
            <a:extLst>
              <a:ext uri="{FF2B5EF4-FFF2-40B4-BE49-F238E27FC236}">
                <a16:creationId xmlns:a16="http://schemas.microsoft.com/office/drawing/2014/main" id="{FF42DD8A-4D1A-4364-BBCB-D338C720764A}"/>
              </a:ext>
            </a:extLst>
          </p:cNvPr>
          <p:cNvSpPr>
            <a:spLocks noGrp="1"/>
          </p:cNvSpPr>
          <p:nvPr>
            <p:ph type="title"/>
          </p:nvPr>
        </p:nvSpPr>
        <p:spPr>
          <a:xfrm>
            <a:off x="433754" y="254034"/>
            <a:ext cx="10972800" cy="480131"/>
          </a:xfrm>
          <a:prstGeom prst="rect">
            <a:avLst/>
          </a:prstGeom>
        </p:spPr>
        <p:txBody>
          <a:bodyPr vert="horz" lIns="91440" tIns="45720" rIns="91440" bIns="45720" rtlCol="0" anchor="t" anchorCtr="0">
            <a:spAutoFit/>
          </a:bodyPr>
          <a:lstStyle/>
          <a:p>
            <a:r>
              <a:rPr lang="zh-CN" altLang="en-US" dirty="0"/>
              <a:t>单击此处编辑母版标题样式</a:t>
            </a:r>
          </a:p>
        </p:txBody>
      </p:sp>
      <p:pic>
        <p:nvPicPr>
          <p:cNvPr id="8" name="图片 7"/>
          <p:cNvPicPr>
            <a:picLocks noChangeAspect="1"/>
          </p:cNvPicPr>
          <p:nvPr userDrawn="1"/>
        </p:nvPicPr>
        <p:blipFill>
          <a:blip r:embed="rId9"/>
          <a:stretch>
            <a:fillRect/>
          </a:stretch>
        </p:blipFill>
        <p:spPr>
          <a:xfrm>
            <a:off x="245027" y="6517920"/>
            <a:ext cx="2749534" cy="231668"/>
          </a:xfrm>
          <a:prstGeom prst="rect">
            <a:avLst/>
          </a:prstGeom>
        </p:spPr>
      </p:pic>
      <p:sp>
        <p:nvSpPr>
          <p:cNvPr id="9" name="矩形 8"/>
          <p:cNvSpPr/>
          <p:nvPr userDrawn="1"/>
        </p:nvSpPr>
        <p:spPr>
          <a:xfrm>
            <a:off x="0" y="92851"/>
            <a:ext cx="321733" cy="45618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p:cNvSpPr/>
          <p:nvPr userDrawn="1"/>
        </p:nvSpPr>
        <p:spPr>
          <a:xfrm>
            <a:off x="109639" y="262303"/>
            <a:ext cx="321733" cy="45618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13" name="Picture 5">
            <a:extLst>
              <a:ext uri="{FF2B5EF4-FFF2-40B4-BE49-F238E27FC236}">
                <a16:creationId xmlns:a16="http://schemas.microsoft.com/office/drawing/2014/main" id="{61BEE26D-A92D-9040-A825-B6D40FB490EE}"/>
              </a:ext>
            </a:extLst>
          </p:cNvPr>
          <p:cNvPicPr>
            <a:picLocks noChangeAspect="1"/>
          </p:cNvPicPr>
          <p:nvPr userDrawn="1"/>
        </p:nvPicPr>
        <p:blipFill>
          <a:blip r:embed="rId10"/>
          <a:stretch>
            <a:fillRect/>
          </a:stretch>
        </p:blipFill>
        <p:spPr>
          <a:xfrm>
            <a:off x="9507377" y="6359086"/>
            <a:ext cx="2932768" cy="409921"/>
          </a:xfrm>
          <a:prstGeom prst="rect">
            <a:avLst/>
          </a:prstGeom>
        </p:spPr>
      </p:pic>
    </p:spTree>
    <p:extLst>
      <p:ext uri="{BB962C8B-B14F-4D97-AF65-F5344CB8AC3E}">
        <p14:creationId xmlns:p14="http://schemas.microsoft.com/office/powerpoint/2010/main" val="294252058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dt="0"/>
  <p:txStyles>
    <p:titleStyle>
      <a:lvl1pPr algn="l" defTabSz="914400" rtl="0" eaLnBrk="1" latinLnBrk="0" hangingPunct="1">
        <a:lnSpc>
          <a:spcPct val="90000"/>
        </a:lnSpc>
        <a:spcBef>
          <a:spcPct val="0"/>
        </a:spcBef>
        <a:buNone/>
        <a:defRPr sz="2800" b="1"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07DCFFF8-8824-A14B-8D4D-BB31ED9A272B}"/>
              </a:ext>
            </a:extLst>
          </p:cNvPr>
          <p:cNvPicPr>
            <a:picLocks noChangeAspect="1"/>
          </p:cNvPicPr>
          <p:nvPr/>
        </p:nvPicPr>
        <p:blipFill rotWithShape="1">
          <a:blip r:embed="rId3"/>
          <a:srcRect l="6293" r="6293"/>
          <a:stretch/>
        </p:blipFill>
        <p:spPr>
          <a:xfrm>
            <a:off x="0" y="-26612"/>
            <a:ext cx="12192000" cy="6953226"/>
          </a:xfrm>
          <a:prstGeom prst="rect">
            <a:avLst/>
          </a:prstGeom>
        </p:spPr>
      </p:pic>
      <p:sp>
        <p:nvSpPr>
          <p:cNvPr id="3" name="矩形 2">
            <a:extLst>
              <a:ext uri="{FF2B5EF4-FFF2-40B4-BE49-F238E27FC236}">
                <a16:creationId xmlns:a16="http://schemas.microsoft.com/office/drawing/2014/main" id="{EA344B25-997F-BB49-B147-95F6C08DCCDA}"/>
              </a:ext>
            </a:extLst>
          </p:cNvPr>
          <p:cNvSpPr/>
          <p:nvPr/>
        </p:nvSpPr>
        <p:spPr>
          <a:xfrm>
            <a:off x="607244" y="2693485"/>
            <a:ext cx="11195550" cy="553998"/>
          </a:xfrm>
          <a:prstGeom prst="rect">
            <a:avLst/>
          </a:prstGeom>
        </p:spPr>
        <p:txBody>
          <a:bodyPr wrap="square">
            <a:spAutoFit/>
          </a:bodyPr>
          <a:lstStyle/>
          <a:p>
            <a:r>
              <a:rPr lang="en-US" altLang="zh-CN" sz="3000" b="1" spc="300" dirty="0">
                <a:solidFill>
                  <a:schemeClr val="bg1"/>
                </a:solidFill>
                <a:latin typeface="DengXian" panose="02010600030101010101" pitchFamily="2" charset="-122"/>
                <a:ea typeface="DengXian" panose="02010600030101010101" pitchFamily="2" charset="-122"/>
              </a:rPr>
              <a:t>Brightness Explosion Defect– R1 System</a:t>
            </a:r>
          </a:p>
        </p:txBody>
      </p:sp>
      <p:pic>
        <p:nvPicPr>
          <p:cNvPr id="5" name="Picture 4" descr="Text, logo&#10;&#10;Description automatically generated">
            <a:extLst>
              <a:ext uri="{FF2B5EF4-FFF2-40B4-BE49-F238E27FC236}">
                <a16:creationId xmlns:a16="http://schemas.microsoft.com/office/drawing/2014/main" id="{D079C995-70D9-1B4B-8AC2-43B2A1B85760}"/>
              </a:ext>
            </a:extLst>
          </p:cNvPr>
          <p:cNvPicPr>
            <a:picLocks noChangeAspect="1"/>
          </p:cNvPicPr>
          <p:nvPr/>
        </p:nvPicPr>
        <p:blipFill>
          <a:blip r:embed="rId4"/>
          <a:stretch>
            <a:fillRect/>
          </a:stretch>
        </p:blipFill>
        <p:spPr>
          <a:xfrm>
            <a:off x="7097486" y="549682"/>
            <a:ext cx="5562003" cy="777416"/>
          </a:xfrm>
          <a:prstGeom prst="rect">
            <a:avLst/>
          </a:prstGeom>
        </p:spPr>
      </p:pic>
      <p:sp>
        <p:nvSpPr>
          <p:cNvPr id="6" name="Rectangle 5"/>
          <p:cNvSpPr txBox="1">
            <a:spLocks noChangeArrowheads="1"/>
          </p:cNvSpPr>
          <p:nvPr/>
        </p:nvSpPr>
        <p:spPr>
          <a:xfrm>
            <a:off x="3578942" y="5131117"/>
            <a:ext cx="8437213" cy="1605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indent="0" fontAlgn="base">
              <a:lnSpc>
                <a:spcPct val="130000"/>
              </a:lnSpc>
              <a:spcBef>
                <a:spcPct val="0"/>
              </a:spcBef>
              <a:spcAft>
                <a:spcPct val="0"/>
              </a:spcAft>
              <a:buClr>
                <a:srgbClr val="C7000B"/>
              </a:buClr>
              <a:buFont typeface="Wingdings" pitchFamily="2" charset="2"/>
              <a:buNone/>
              <a:defRPr sz="2400">
                <a:solidFill>
                  <a:schemeClr val="bg1"/>
                </a:solidFill>
                <a:latin typeface="方正兰亭黑6_GBK" pitchFamily="2" charset="-122"/>
                <a:ea typeface="方正兰亭黑6_GBK" pitchFamily="2" charset="-122"/>
              </a:defRPr>
            </a:lvl1pPr>
            <a:lvl2pPr marL="742950" indent="-285750" eaLnBrk="0" fontAlgn="base" hangingPunct="0">
              <a:lnSpc>
                <a:spcPct val="130000"/>
              </a:lnSpc>
              <a:spcBef>
                <a:spcPct val="0"/>
              </a:spcBef>
              <a:spcAft>
                <a:spcPct val="0"/>
              </a:spcAft>
              <a:buClr>
                <a:srgbClr val="C7000B"/>
              </a:buClr>
              <a:buFont typeface="Wingdings" panose="05000000000000000000" pitchFamily="2" charset="2"/>
              <a:buChar char="l"/>
              <a:defRPr>
                <a:solidFill>
                  <a:srgbClr val="4D4D4D"/>
                </a:solidFill>
              </a:defRPr>
            </a:lvl2pPr>
            <a:lvl3pPr marL="1143000" indent="-228600" eaLnBrk="0" fontAlgn="base" hangingPunct="0">
              <a:lnSpc>
                <a:spcPct val="130000"/>
              </a:lnSpc>
              <a:spcBef>
                <a:spcPct val="0"/>
              </a:spcBef>
              <a:spcAft>
                <a:spcPct val="0"/>
              </a:spcAft>
              <a:buClr>
                <a:srgbClr val="C7000B"/>
              </a:buClr>
              <a:buFont typeface="Wingdings" panose="05000000000000000000" pitchFamily="2" charset="2"/>
              <a:buChar char="l"/>
              <a:defRPr sz="1600">
                <a:solidFill>
                  <a:srgbClr val="4D4D4D"/>
                </a:solidFill>
              </a:defRPr>
            </a:lvl3pPr>
            <a:lvl4pPr marL="1600200" indent="-228600" eaLnBrk="0" fontAlgn="base" hangingPunct="0">
              <a:lnSpc>
                <a:spcPct val="130000"/>
              </a:lnSpc>
              <a:spcBef>
                <a:spcPct val="0"/>
              </a:spcBef>
              <a:spcAft>
                <a:spcPct val="0"/>
              </a:spcAft>
              <a:buClr>
                <a:srgbClr val="C7000B"/>
              </a:buClr>
              <a:buFont typeface="Wingdings" panose="05000000000000000000" pitchFamily="2" charset="2"/>
              <a:buChar char="l"/>
              <a:defRPr sz="1400">
                <a:solidFill>
                  <a:srgbClr val="4D4D4D"/>
                </a:solidFill>
              </a:defRPr>
            </a:lvl4pPr>
            <a:lvl5pPr marL="2057400" indent="-228600" eaLnBrk="0" fontAlgn="base" hangingPunct="0">
              <a:spcBef>
                <a:spcPct val="20000"/>
              </a:spcBef>
              <a:spcAft>
                <a:spcPct val="0"/>
              </a:spcAft>
              <a:buChar char="»"/>
              <a:defRPr sz="2000">
                <a:solidFill>
                  <a:srgbClr val="4D4D4D"/>
                </a:solidFill>
              </a:defRPr>
            </a:lvl5pPr>
            <a:lvl6pPr marL="2514600" indent="-228600" fontAlgn="base">
              <a:spcBef>
                <a:spcPct val="20000"/>
              </a:spcBef>
              <a:spcAft>
                <a:spcPct val="0"/>
              </a:spcAft>
              <a:buChar char="»"/>
              <a:defRPr sz="2000">
                <a:solidFill>
                  <a:srgbClr val="4D4D4D"/>
                </a:solidFill>
              </a:defRPr>
            </a:lvl6pPr>
            <a:lvl7pPr marL="2971800" indent="-228600" fontAlgn="base">
              <a:spcBef>
                <a:spcPct val="20000"/>
              </a:spcBef>
              <a:spcAft>
                <a:spcPct val="0"/>
              </a:spcAft>
              <a:buChar char="»"/>
              <a:defRPr sz="2000">
                <a:solidFill>
                  <a:srgbClr val="4D4D4D"/>
                </a:solidFill>
              </a:defRPr>
            </a:lvl7pPr>
            <a:lvl8pPr marL="3429000" indent="-228600" fontAlgn="base">
              <a:spcBef>
                <a:spcPct val="20000"/>
              </a:spcBef>
              <a:spcAft>
                <a:spcPct val="0"/>
              </a:spcAft>
              <a:buChar char="»"/>
              <a:defRPr sz="2000">
                <a:solidFill>
                  <a:srgbClr val="4D4D4D"/>
                </a:solidFill>
              </a:defRPr>
            </a:lvl8pPr>
            <a:lvl9pPr marL="3886200" indent="-228600" fontAlgn="base">
              <a:spcBef>
                <a:spcPct val="20000"/>
              </a:spcBef>
              <a:spcAft>
                <a:spcPct val="0"/>
              </a:spcAft>
              <a:buChar char="»"/>
              <a:defRPr sz="2000">
                <a:solidFill>
                  <a:srgbClr val="4D4D4D"/>
                </a:solidFill>
              </a:defRPr>
            </a:lvl9pPr>
          </a:lstStyle>
          <a:p>
            <a:pPr algn="r">
              <a:spcBef>
                <a:spcPct val="50000"/>
              </a:spcBef>
            </a:pPr>
            <a:r>
              <a:rPr lang="en-US" altLang="zh-CN" sz="1400" dirty="0">
                <a:latin typeface="DengXian" panose="02010600030101010101" pitchFamily="2" charset="-122"/>
                <a:ea typeface="DengXian" panose="02010600030101010101" pitchFamily="2" charset="-122"/>
              </a:rPr>
              <a:t>--- Marcos Magalhaes</a:t>
            </a:r>
          </a:p>
          <a:p>
            <a:pPr algn="r">
              <a:spcBef>
                <a:spcPct val="50000"/>
              </a:spcBef>
            </a:pPr>
            <a:r>
              <a:rPr lang="en-US" altLang="zh-CN" sz="1400" dirty="0">
                <a:latin typeface="DengXian" panose="02010600030101010101" pitchFamily="2" charset="-122"/>
                <a:ea typeface="DengXian" panose="02010600030101010101" pitchFamily="2" charset="-122"/>
              </a:rPr>
              <a:t>MIS Customer Service Department – Mindray LATAM</a:t>
            </a:r>
            <a:endParaRPr lang="zh-CN" altLang="en-US" sz="1400" dirty="0">
              <a:latin typeface="DengXian" panose="02010600030101010101" pitchFamily="2" charset="-122"/>
              <a:ea typeface="DengXian" panose="02010600030101010101" pitchFamily="2" charset="-122"/>
            </a:endParaRPr>
          </a:p>
          <a:p>
            <a:pPr lvl="0">
              <a:defRPr/>
            </a:pPr>
            <a:endParaRPr lang="zh-CN" altLang="en-US" sz="1400" dirty="0">
              <a:solidFill>
                <a:srgbClr val="C00000"/>
              </a:solidFill>
              <a:latin typeface="DengXian" panose="02010600030101010101" pitchFamily="2" charset="-122"/>
              <a:ea typeface="DengXian" panose="02010600030101010101" pitchFamily="2" charset="-122"/>
            </a:endParaRPr>
          </a:p>
          <a:p>
            <a:endParaRPr lang="zh-CN" altLang="en-US" sz="1800" dirty="0"/>
          </a:p>
        </p:txBody>
      </p:sp>
    </p:spTree>
    <p:extLst>
      <p:ext uri="{BB962C8B-B14F-4D97-AF65-F5344CB8AC3E}">
        <p14:creationId xmlns:p14="http://schemas.microsoft.com/office/powerpoint/2010/main" val="1386677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501445" y="276492"/>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Background</a:t>
            </a:r>
          </a:p>
        </p:txBody>
      </p:sp>
      <p:sp>
        <p:nvSpPr>
          <p:cNvPr id="6" name="矩形 5"/>
          <p:cNvSpPr/>
          <p:nvPr/>
        </p:nvSpPr>
        <p:spPr>
          <a:xfrm>
            <a:off x="501445" y="645824"/>
            <a:ext cx="10530348" cy="1172180"/>
          </a:xfrm>
          <a:prstGeom prst="rect">
            <a:avLst/>
          </a:prstGeom>
        </p:spPr>
        <p:txBody>
          <a:bodyPr wrap="square">
            <a:spAutoFit/>
          </a:bodyPr>
          <a:lstStyle/>
          <a:p>
            <a:pPr lvl="0">
              <a:lnSpc>
                <a:spcPct val="150000"/>
              </a:lnSpc>
            </a:pPr>
            <a:r>
              <a:rPr lang="en-US" sz="1200" dirty="0">
                <a:latin typeface="DengXian" panose="02010600030101010101" pitchFamily="2" charset="-122"/>
                <a:ea typeface="DengXian" panose="02010600030101010101" pitchFamily="2" charset="-122"/>
              </a:rPr>
              <a:t>At the beginning of the surgery, during the white balance procedure, the customer noticed a burst of brightness when the distal tip of the rigid endoscope was placed close to the gauze. Despite this, the telescope was inserted into the patient’s abdominal cavity, and the image below was observed. We initially replaced the telescope, light guide cable, and camera head, but the issue persisted. To allow the surgery to continue, we replaced only the processor, which resolved the problem—indicating that the processor has a malfunction that needs to be investigated.</a:t>
            </a:r>
            <a:endParaRPr lang="en-US" altLang="zh-CN" sz="1200" b="1" kern="100" dirty="0">
              <a:latin typeface="DengXian" panose="02010600030101010101" pitchFamily="2" charset="-122"/>
              <a:ea typeface="DengXian" panose="02010600030101010101" pitchFamily="2" charset="-122"/>
              <a:cs typeface="Times New Roman" panose="02020603050405020304" pitchFamily="18" charset="0"/>
            </a:endParaRPr>
          </a:p>
        </p:txBody>
      </p:sp>
      <p:sp>
        <p:nvSpPr>
          <p:cNvPr id="7" name="矩形 5">
            <a:extLst>
              <a:ext uri="{FF2B5EF4-FFF2-40B4-BE49-F238E27FC236}">
                <a16:creationId xmlns:a16="http://schemas.microsoft.com/office/drawing/2014/main" id="{AAFE4947-40FC-F8D2-C4F6-282C7C237715}"/>
              </a:ext>
            </a:extLst>
          </p:cNvPr>
          <p:cNvSpPr/>
          <p:nvPr/>
        </p:nvSpPr>
        <p:spPr>
          <a:xfrm>
            <a:off x="2261703" y="1931645"/>
            <a:ext cx="7160592" cy="292388"/>
          </a:xfrm>
          <a:prstGeom prst="rect">
            <a:avLst/>
          </a:prstGeom>
        </p:spPr>
        <p:txBody>
          <a:bodyPr wrap="square">
            <a:spAutoFit/>
          </a:bodyPr>
          <a:lstStyle/>
          <a:p>
            <a:pPr algn="ctr"/>
            <a:r>
              <a:rPr lang="en-US" sz="1300" b="1" dirty="0">
                <a:latin typeface="DengXian" panose="02010600030101010101" pitchFamily="2" charset="-122"/>
                <a:ea typeface="DengXian" panose="02010600030101010101" pitchFamily="2" charset="-122"/>
              </a:rPr>
              <a:t>During the Surgery (White Light)</a:t>
            </a:r>
            <a:endParaRPr lang="en-US" altLang="zh-CN" sz="1300" b="1" kern="100" dirty="0">
              <a:solidFill>
                <a:schemeClr val="accent1"/>
              </a:solidFill>
              <a:latin typeface="+mj-lt"/>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42A94D5D-CA8D-1649-4CD5-74E240A8D1A8}"/>
              </a:ext>
            </a:extLst>
          </p:cNvPr>
          <p:cNvPicPr>
            <a:picLocks noChangeAspect="1"/>
          </p:cNvPicPr>
          <p:nvPr/>
        </p:nvPicPr>
        <p:blipFill>
          <a:blip r:embed="rId3"/>
          <a:stretch>
            <a:fillRect/>
          </a:stretch>
        </p:blipFill>
        <p:spPr>
          <a:xfrm>
            <a:off x="2498933" y="2337674"/>
            <a:ext cx="6686131" cy="3787302"/>
          </a:xfrm>
          <a:prstGeom prst="rect">
            <a:avLst/>
          </a:prstGeom>
        </p:spPr>
      </p:pic>
    </p:spTree>
    <p:extLst>
      <p:ext uri="{BB962C8B-B14F-4D97-AF65-F5344CB8AC3E}">
        <p14:creationId xmlns:p14="http://schemas.microsoft.com/office/powerpoint/2010/main" val="2577858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501445" y="276492"/>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Crosscheck Verification</a:t>
            </a:r>
          </a:p>
        </p:txBody>
      </p:sp>
      <p:sp>
        <p:nvSpPr>
          <p:cNvPr id="6" name="矩形 5"/>
          <p:cNvSpPr/>
          <p:nvPr/>
        </p:nvSpPr>
        <p:spPr>
          <a:xfrm>
            <a:off x="501445" y="877108"/>
            <a:ext cx="10530348" cy="1172180"/>
          </a:xfrm>
          <a:prstGeom prst="rect">
            <a:avLst/>
          </a:prstGeom>
        </p:spPr>
        <p:txBody>
          <a:bodyPr wrap="square">
            <a:spAutoFit/>
          </a:bodyPr>
          <a:lstStyle/>
          <a:p>
            <a:pPr lvl="0">
              <a:lnSpc>
                <a:spcPct val="150000"/>
              </a:lnSpc>
            </a:pPr>
            <a:r>
              <a:rPr lang="en-US" altLang="zh-CN" sz="1200" kern="100" dirty="0">
                <a:latin typeface="DengXian" panose="02010600030101010101" pitchFamily="2" charset="-122"/>
                <a:ea typeface="DengXian" panose="02010600030101010101" pitchFamily="2" charset="-122"/>
                <a:cs typeface="Times New Roman" panose="02020603050405020304" pitchFamily="18" charset="0"/>
              </a:rPr>
              <a:t>In this case, we recommend removing the equipment and sending it to the workshop for crosscheck and repair. Ideally, a second processor should be used for comparison during </a:t>
            </a:r>
            <a:r>
              <a:rPr lang="en-US" altLang="zh-CN" sz="1200" kern="100" dirty="0" err="1">
                <a:latin typeface="DengXian" panose="02010600030101010101" pitchFamily="2" charset="-122"/>
                <a:ea typeface="DengXian" panose="02010600030101010101" pitchFamily="2" charset="-122"/>
                <a:cs typeface="Times New Roman" panose="02020603050405020304" pitchFamily="18" charset="0"/>
              </a:rPr>
              <a:t>testing.The</a:t>
            </a:r>
            <a:r>
              <a:rPr lang="en-US" altLang="zh-CN" sz="1200" kern="100" dirty="0">
                <a:latin typeface="DengXian" panose="02010600030101010101" pitchFamily="2" charset="-122"/>
                <a:ea typeface="DengXian" panose="02010600030101010101" pitchFamily="2" charset="-122"/>
                <a:cs typeface="Times New Roman" panose="02020603050405020304" pitchFamily="18" charset="0"/>
              </a:rPr>
              <a:t> error occurs because the video processor does not keep the auto brightness adjustment function active. In the video below, when accessing the OSD menu (service menu), we can see that the function is deactivated. When activated, the issue does not occur, as the processor board’s algorithm automatically adjusts the brightness according to the distance from the patient's mucosa.</a:t>
            </a:r>
          </a:p>
        </p:txBody>
      </p:sp>
      <p:pic>
        <p:nvPicPr>
          <p:cNvPr id="8" name="Picture 7">
            <a:extLst>
              <a:ext uri="{FF2B5EF4-FFF2-40B4-BE49-F238E27FC236}">
                <a16:creationId xmlns:a16="http://schemas.microsoft.com/office/drawing/2014/main" id="{89DF616F-763F-1C62-897F-CDFD30AFD7E6}"/>
              </a:ext>
            </a:extLst>
          </p:cNvPr>
          <p:cNvPicPr>
            <a:picLocks noChangeAspect="1"/>
          </p:cNvPicPr>
          <p:nvPr/>
        </p:nvPicPr>
        <p:blipFill>
          <a:blip r:embed="rId3"/>
          <a:stretch>
            <a:fillRect/>
          </a:stretch>
        </p:blipFill>
        <p:spPr>
          <a:xfrm>
            <a:off x="6565756" y="4832800"/>
            <a:ext cx="3578022" cy="1562495"/>
          </a:xfrm>
          <a:prstGeom prst="rect">
            <a:avLst/>
          </a:prstGeom>
        </p:spPr>
      </p:pic>
      <p:pic>
        <p:nvPicPr>
          <p:cNvPr id="5" name="Picture 4">
            <a:extLst>
              <a:ext uri="{FF2B5EF4-FFF2-40B4-BE49-F238E27FC236}">
                <a16:creationId xmlns:a16="http://schemas.microsoft.com/office/drawing/2014/main" id="{D52EA6FD-25D2-86AC-CA4A-D1C55F427CDA}"/>
              </a:ext>
            </a:extLst>
          </p:cNvPr>
          <p:cNvPicPr>
            <a:picLocks noChangeAspect="1"/>
          </p:cNvPicPr>
          <p:nvPr/>
        </p:nvPicPr>
        <p:blipFill>
          <a:blip r:embed="rId4"/>
          <a:stretch>
            <a:fillRect/>
          </a:stretch>
        </p:blipFill>
        <p:spPr>
          <a:xfrm>
            <a:off x="501445" y="2280572"/>
            <a:ext cx="5013867" cy="2768664"/>
          </a:xfrm>
          <a:prstGeom prst="rect">
            <a:avLst/>
          </a:prstGeom>
        </p:spPr>
      </p:pic>
      <p:pic>
        <p:nvPicPr>
          <p:cNvPr id="9" name="Picture 8">
            <a:extLst>
              <a:ext uri="{FF2B5EF4-FFF2-40B4-BE49-F238E27FC236}">
                <a16:creationId xmlns:a16="http://schemas.microsoft.com/office/drawing/2014/main" id="{63696D03-B01A-9186-2FB6-B416C9CC1A30}"/>
              </a:ext>
            </a:extLst>
          </p:cNvPr>
          <p:cNvPicPr>
            <a:picLocks noChangeAspect="1"/>
          </p:cNvPicPr>
          <p:nvPr/>
        </p:nvPicPr>
        <p:blipFill>
          <a:blip r:embed="rId5"/>
          <a:stretch>
            <a:fillRect/>
          </a:stretch>
        </p:blipFill>
        <p:spPr>
          <a:xfrm>
            <a:off x="5677743" y="2280572"/>
            <a:ext cx="5354049" cy="2776700"/>
          </a:xfrm>
          <a:prstGeom prst="rect">
            <a:avLst/>
          </a:prstGeom>
        </p:spPr>
      </p:pic>
    </p:spTree>
    <p:extLst>
      <p:ext uri="{BB962C8B-B14F-4D97-AF65-F5344CB8AC3E}">
        <p14:creationId xmlns:p14="http://schemas.microsoft.com/office/powerpoint/2010/main" val="2055391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Crosscheck and Preliminary Verification</a:t>
            </a:r>
          </a:p>
        </p:txBody>
      </p:sp>
      <p:sp>
        <p:nvSpPr>
          <p:cNvPr id="5" name="矩形 4"/>
          <p:cNvSpPr/>
          <p:nvPr/>
        </p:nvSpPr>
        <p:spPr>
          <a:xfrm>
            <a:off x="204313" y="753185"/>
            <a:ext cx="11230603" cy="2372509"/>
          </a:xfrm>
          <a:prstGeom prst="rect">
            <a:avLst/>
          </a:prstGeom>
        </p:spPr>
        <p:txBody>
          <a:bodyPr wrap="square">
            <a:spAutoFit/>
          </a:bodyPr>
          <a:lstStyle/>
          <a:p>
            <a:pPr lvl="0">
              <a:lnSpc>
                <a:spcPct val="150000"/>
              </a:lnSpc>
            </a:pPr>
            <a:r>
              <a:rPr lang="en-US" altLang="zh-CN" sz="1200" kern="100" dirty="0">
                <a:latin typeface="DengXian" panose="02010600030101010101" pitchFamily="2" charset="-122"/>
                <a:ea typeface="DengXian" panose="02010600030101010101" pitchFamily="2" charset="-122"/>
                <a:cs typeface="Times New Roman" panose="02020603050405020304" pitchFamily="18" charset="0"/>
              </a:rPr>
              <a:t>When activated, the function corrects the issue; however, certain settings in the OSD menu are not saved after the equipment is turned off. In a properly functioning processor, this feature remains permanently </a:t>
            </a:r>
            <a:r>
              <a:rPr lang="en-US" altLang="zh-CN" sz="1200" kern="100" dirty="0" err="1">
                <a:latin typeface="DengXian" panose="02010600030101010101" pitchFamily="2" charset="-122"/>
                <a:ea typeface="DengXian" panose="02010600030101010101" pitchFamily="2" charset="-122"/>
                <a:cs typeface="Times New Roman" panose="02020603050405020304" pitchFamily="18" charset="0"/>
              </a:rPr>
              <a:t>active.In</a:t>
            </a:r>
            <a:r>
              <a:rPr lang="en-US" altLang="zh-CN" sz="1200" kern="100" dirty="0">
                <a:latin typeface="DengXian" panose="02010600030101010101" pitchFamily="2" charset="-122"/>
                <a:ea typeface="DengXian" panose="02010600030101010101" pitchFamily="2" charset="-122"/>
                <a:cs typeface="Times New Roman" panose="02020603050405020304" pitchFamily="18" charset="0"/>
              </a:rPr>
              <a:t> this case, it is necessary to replace the video processing board. At the workshop, we were able to reproduce the error in another processor, confirming that replacing the video processing module will be effective in resolving this issue.</a:t>
            </a:r>
            <a:br>
              <a:rPr lang="pt-BR" altLang="zh-CN" sz="1100" kern="100" dirty="0">
                <a:latin typeface="DengXian" panose="02010600030101010101" pitchFamily="2" charset="-122"/>
                <a:ea typeface="DengXian" panose="02010600030101010101" pitchFamily="2" charset="-122"/>
                <a:cs typeface="Times New Roman" panose="02020603050405020304" pitchFamily="18" charset="0"/>
              </a:rPr>
            </a:br>
            <a:endParaRPr lang="en-US" altLang="zh-CN" sz="1200" dirty="0">
              <a:solidFill>
                <a:srgbClr val="C00000"/>
              </a:solidFill>
              <a:latin typeface="DengXian" panose="02010600030101010101" pitchFamily="2" charset="-122"/>
              <a:ea typeface="DengXian" panose="02010600030101010101" pitchFamily="2" charset="-122"/>
            </a:endParaRPr>
          </a:p>
          <a:p>
            <a:endParaRPr lang="en-US" altLang="zh-CN" sz="1200" dirty="0">
              <a:solidFill>
                <a:srgbClr val="C00000"/>
              </a:solidFill>
              <a:latin typeface="DengXian" panose="02010600030101010101" pitchFamily="2" charset="-122"/>
              <a:ea typeface="DengXian" panose="02010600030101010101" pitchFamily="2" charset="-122"/>
            </a:endParaRPr>
          </a:p>
          <a:p>
            <a:endParaRPr lang="en-US" altLang="zh-CN" sz="1200" dirty="0">
              <a:solidFill>
                <a:srgbClr val="C00000"/>
              </a:solidFill>
              <a:latin typeface="DengXian" panose="02010600030101010101" pitchFamily="2" charset="-122"/>
              <a:ea typeface="DengXian" panose="02010600030101010101" pitchFamily="2" charset="-122"/>
            </a:endParaRPr>
          </a:p>
          <a:p>
            <a:pPr marL="342900" lvl="0" indent="-342900">
              <a:lnSpc>
                <a:spcPct val="150000"/>
              </a:lnSpc>
              <a:buFont typeface="+mj-ea"/>
              <a:buAutoNum type="circleNumDbPlain"/>
            </a:pPr>
            <a:endParaRPr lang="pt-BR" altLang="zh-CN" sz="1200" b="1" kern="100" dirty="0">
              <a:latin typeface="DengXian" panose="02010600030101010101" pitchFamily="2" charset="-122"/>
              <a:ea typeface="DengXian" panose="02010600030101010101" pitchFamily="2" charset="-122"/>
              <a:cs typeface="Times New Roman" panose="02020603050405020304" pitchFamily="18" charset="0"/>
            </a:endParaRPr>
          </a:p>
          <a:p>
            <a:pPr marL="342900" lvl="0" indent="-342900">
              <a:lnSpc>
                <a:spcPct val="150000"/>
              </a:lnSpc>
              <a:buFont typeface="+mj-ea"/>
              <a:buAutoNum type="circleNumDbPlain"/>
            </a:pPr>
            <a:endParaRPr lang="zh-CN" altLang="zh-CN" sz="1200" b="1" kern="100" dirty="0">
              <a:latin typeface="DengXian" panose="02010600030101010101" pitchFamily="2" charset="-122"/>
              <a:ea typeface="DengXian" panose="02010600030101010101" pitchFamily="2" charset="-122"/>
              <a:cs typeface="Times New Roman" panose="02020603050405020304" pitchFamily="18" charset="0"/>
            </a:endParaRPr>
          </a:p>
          <a:p>
            <a:pPr lvl="0">
              <a:lnSpc>
                <a:spcPct val="150000"/>
              </a:lnSpc>
            </a:pPr>
            <a:endParaRPr lang="zh-CN" altLang="zh-CN" sz="1200" b="1" kern="100" dirty="0">
              <a:latin typeface="DengXian" panose="02010600030101010101" pitchFamily="2" charset="-122"/>
              <a:ea typeface="DengXian" panose="02010600030101010101" pitchFamily="2" charset="-122"/>
              <a:cs typeface="Times New Roman" panose="02020603050405020304" pitchFamily="18" charset="0"/>
            </a:endParaRPr>
          </a:p>
        </p:txBody>
      </p:sp>
      <p:pic>
        <p:nvPicPr>
          <p:cNvPr id="9" name="Picture 8">
            <a:extLst>
              <a:ext uri="{FF2B5EF4-FFF2-40B4-BE49-F238E27FC236}">
                <a16:creationId xmlns:a16="http://schemas.microsoft.com/office/drawing/2014/main" id="{26B6B710-8EF3-2BD9-E7D9-E0E396FB6C2E}"/>
              </a:ext>
            </a:extLst>
          </p:cNvPr>
          <p:cNvPicPr>
            <a:picLocks noChangeAspect="1"/>
          </p:cNvPicPr>
          <p:nvPr/>
        </p:nvPicPr>
        <p:blipFill>
          <a:blip r:embed="rId3"/>
          <a:stretch>
            <a:fillRect/>
          </a:stretch>
        </p:blipFill>
        <p:spPr>
          <a:xfrm>
            <a:off x="4278740" y="1758247"/>
            <a:ext cx="3425925" cy="4571818"/>
          </a:xfrm>
          <a:prstGeom prst="rect">
            <a:avLst/>
          </a:prstGeom>
        </p:spPr>
      </p:pic>
      <p:sp>
        <p:nvSpPr>
          <p:cNvPr id="11" name="TextBox 10">
            <a:extLst>
              <a:ext uri="{FF2B5EF4-FFF2-40B4-BE49-F238E27FC236}">
                <a16:creationId xmlns:a16="http://schemas.microsoft.com/office/drawing/2014/main" id="{E91A8D3C-2DAB-9A5B-60C2-03A7DD06152F}"/>
              </a:ext>
            </a:extLst>
          </p:cNvPr>
          <p:cNvSpPr txBox="1"/>
          <p:nvPr/>
        </p:nvSpPr>
        <p:spPr>
          <a:xfrm>
            <a:off x="7832974" y="3397825"/>
            <a:ext cx="2928538" cy="646331"/>
          </a:xfrm>
          <a:prstGeom prst="rect">
            <a:avLst/>
          </a:prstGeom>
          <a:noFill/>
        </p:spPr>
        <p:txBody>
          <a:bodyPr wrap="square">
            <a:spAutoFit/>
          </a:bodyPr>
          <a:lstStyle/>
          <a:p>
            <a:r>
              <a:rPr lang="en-US" sz="900" b="1" kern="100" dirty="0">
                <a:latin typeface="DengXian" panose="02010600030101010101" pitchFamily="2" charset="-122"/>
                <a:ea typeface="DengXian" panose="02010600030101010101" pitchFamily="2" charset="-122"/>
                <a:cs typeface="Times New Roman" panose="02020603050405020304" pitchFamily="18" charset="0"/>
              </a:rPr>
              <a:t>Note: CCU is responsible for image algorithm processing, parameter adjustment, and menu functions. It provides power and video signals for the 2K output board through CN33 and CN42. </a:t>
            </a:r>
            <a:endParaRPr lang="pt-BR" sz="900" b="1" kern="100" dirty="0">
              <a:latin typeface="DengXian" panose="02010600030101010101" pitchFamily="2" charset="-122"/>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D5DEE8E0-86D8-82F8-A6D2-FDF90D9B4177}"/>
              </a:ext>
            </a:extLst>
          </p:cNvPr>
          <p:cNvSpPr txBox="1"/>
          <p:nvPr/>
        </p:nvSpPr>
        <p:spPr>
          <a:xfrm>
            <a:off x="204312" y="2197398"/>
            <a:ext cx="3140369" cy="461665"/>
          </a:xfrm>
          <a:prstGeom prst="rect">
            <a:avLst/>
          </a:prstGeom>
          <a:noFill/>
        </p:spPr>
        <p:txBody>
          <a:bodyPr wrap="square">
            <a:spAutoFit/>
          </a:bodyPr>
          <a:lstStyle/>
          <a:p>
            <a:r>
              <a:rPr lang="en-US" sz="1200" b="1" dirty="0">
                <a:latin typeface="DengXian" panose="02010600030101010101" pitchFamily="2" charset="-122"/>
                <a:ea typeface="DengXian" panose="02010600030101010101" pitchFamily="2" charset="-122"/>
              </a:rPr>
              <a:t>The item to be replaced is (PN 115-076660-00 CCU Assembly NIR FRU):</a:t>
            </a:r>
            <a:endParaRPr lang="en-US" sz="1200" dirty="0">
              <a:latin typeface="DengXian" panose="02010600030101010101" pitchFamily="2" charset="-122"/>
              <a:ea typeface="DengXian" panose="02010600030101010101" pitchFamily="2" charset="-122"/>
            </a:endParaRPr>
          </a:p>
        </p:txBody>
      </p:sp>
      <p:sp>
        <p:nvSpPr>
          <p:cNvPr id="15" name="Oval 14">
            <a:extLst>
              <a:ext uri="{FF2B5EF4-FFF2-40B4-BE49-F238E27FC236}">
                <a16:creationId xmlns:a16="http://schemas.microsoft.com/office/drawing/2014/main" id="{19D4CE54-80A7-D318-9A38-DB22ED944CE6}"/>
              </a:ext>
            </a:extLst>
          </p:cNvPr>
          <p:cNvSpPr/>
          <p:nvPr/>
        </p:nvSpPr>
        <p:spPr>
          <a:xfrm>
            <a:off x="4494166" y="2125090"/>
            <a:ext cx="2924942" cy="3838131"/>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Tree>
    <p:extLst>
      <p:ext uri="{BB962C8B-B14F-4D97-AF65-F5344CB8AC3E}">
        <p14:creationId xmlns:p14="http://schemas.microsoft.com/office/powerpoint/2010/main" val="3229992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pt-BR" sz="2000" dirty="0" err="1">
                <a:latin typeface="DengXian" panose="02010600030101010101" pitchFamily="2" charset="-122"/>
                <a:ea typeface="DengXian" panose="02010600030101010101" pitchFamily="2" charset="-122"/>
              </a:rPr>
              <a:t>Component</a:t>
            </a:r>
            <a:r>
              <a:rPr lang="pt-BR" sz="2000" dirty="0">
                <a:latin typeface="DengXian" panose="02010600030101010101" pitchFamily="2" charset="-122"/>
                <a:ea typeface="DengXian" panose="02010600030101010101" pitchFamily="2" charset="-122"/>
              </a:rPr>
              <a:t> </a:t>
            </a:r>
            <a:r>
              <a:rPr lang="pt-BR" sz="2000" dirty="0" err="1">
                <a:latin typeface="DengXian" panose="02010600030101010101" pitchFamily="2" charset="-122"/>
                <a:ea typeface="DengXian" panose="02010600030101010101" pitchFamily="2" charset="-122"/>
              </a:rPr>
              <a:t>Replacement</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5" name="矩形 4"/>
          <p:cNvSpPr/>
          <p:nvPr/>
        </p:nvSpPr>
        <p:spPr>
          <a:xfrm>
            <a:off x="204313" y="840650"/>
            <a:ext cx="10800292" cy="1107996"/>
          </a:xfrm>
          <a:prstGeom prst="rect">
            <a:avLst/>
          </a:prstGeom>
        </p:spPr>
        <p:txBody>
          <a:bodyPr wrap="square">
            <a:spAutoFit/>
          </a:bodyPr>
          <a:lstStyle/>
          <a:p>
            <a:r>
              <a:rPr lang="en-US" sz="1100" dirty="0">
                <a:latin typeface="DengXian" panose="02010600030101010101" pitchFamily="2" charset="-122"/>
                <a:ea typeface="DengXian" panose="02010600030101010101" pitchFamily="2" charset="-122"/>
              </a:rPr>
              <a:t>To perform the crosscheck or replacement, follow the steps </a:t>
            </a:r>
            <a:r>
              <a:rPr lang="en-US" sz="1100" dirty="0" err="1">
                <a:latin typeface="DengXian" panose="02010600030101010101" pitchFamily="2" charset="-122"/>
                <a:ea typeface="DengXian" panose="02010600030101010101" pitchFamily="2" charset="-122"/>
              </a:rPr>
              <a:t>below.For</a:t>
            </a:r>
            <a:r>
              <a:rPr lang="en-US" sz="1100" dirty="0">
                <a:latin typeface="DengXian" panose="02010600030101010101" pitchFamily="2" charset="-122"/>
                <a:ea typeface="DengXian" panose="02010600030101010101" pitchFamily="2" charset="-122"/>
              </a:rPr>
              <a:t> reference, please refer to section “7.3 Disassembling the Host” to open the processor and replace the Video Processing Board.</a:t>
            </a:r>
          </a:p>
          <a:p>
            <a:endParaRPr lang="en-US" sz="1100" dirty="0">
              <a:latin typeface="DengXian" panose="02010600030101010101" pitchFamily="2" charset="-122"/>
              <a:ea typeface="DengXian" panose="02010600030101010101" pitchFamily="2" charset="-122"/>
            </a:endParaRPr>
          </a:p>
          <a:p>
            <a:r>
              <a:rPr lang="en-US" sz="1100" b="1" dirty="0">
                <a:latin typeface="DengXian" panose="02010600030101010101" pitchFamily="2" charset="-122"/>
                <a:ea typeface="DengXian" panose="02010600030101010101" pitchFamily="2" charset="-122"/>
              </a:rPr>
              <a:t>1. Disassembling the Bottom Case</a:t>
            </a:r>
            <a:br>
              <a:rPr lang="en-US" sz="1100" dirty="0">
                <a:latin typeface="DengXian" panose="02010600030101010101" pitchFamily="2" charset="-122"/>
                <a:ea typeface="DengXian" panose="02010600030101010101" pitchFamily="2" charset="-122"/>
              </a:rPr>
            </a:br>
            <a:r>
              <a:rPr lang="en-US" sz="1100" dirty="0">
                <a:latin typeface="DengXian" panose="02010600030101010101" pitchFamily="2" charset="-122"/>
                <a:ea typeface="DengXian" panose="02010600030101010101" pitchFamily="2" charset="-122"/>
              </a:rPr>
              <a:t>Put the host upside down. Use a Phillips screwdriver to remove the six M3 combination screws, as shown in the figure. Bottom case and front panel components are tightened with fasteners. Lift the edges of the bottom case upwards to remove the bottom case.</a:t>
            </a:r>
          </a:p>
        </p:txBody>
      </p:sp>
      <p:pic>
        <p:nvPicPr>
          <p:cNvPr id="8" name="Picture 7">
            <a:extLst>
              <a:ext uri="{FF2B5EF4-FFF2-40B4-BE49-F238E27FC236}">
                <a16:creationId xmlns:a16="http://schemas.microsoft.com/office/drawing/2014/main" id="{96AFA825-E45E-F20B-47C4-77DA6EF72097}"/>
              </a:ext>
            </a:extLst>
          </p:cNvPr>
          <p:cNvPicPr>
            <a:picLocks noChangeAspect="1"/>
          </p:cNvPicPr>
          <p:nvPr/>
        </p:nvPicPr>
        <p:blipFill>
          <a:blip r:embed="rId3"/>
          <a:stretch>
            <a:fillRect/>
          </a:stretch>
        </p:blipFill>
        <p:spPr>
          <a:xfrm>
            <a:off x="2859118" y="2022519"/>
            <a:ext cx="6460663" cy="4147693"/>
          </a:xfrm>
          <a:prstGeom prst="rect">
            <a:avLst/>
          </a:prstGeom>
        </p:spPr>
      </p:pic>
    </p:spTree>
    <p:extLst>
      <p:ext uri="{BB962C8B-B14F-4D97-AF65-F5344CB8AC3E}">
        <p14:creationId xmlns:p14="http://schemas.microsoft.com/office/powerpoint/2010/main" val="1064373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pt-BR" sz="2000" dirty="0" err="1">
                <a:latin typeface="DengXian" panose="02010600030101010101" pitchFamily="2" charset="-122"/>
                <a:ea typeface="DengXian" panose="02010600030101010101" pitchFamily="2" charset="-122"/>
              </a:rPr>
              <a:t>Component</a:t>
            </a:r>
            <a:r>
              <a:rPr lang="pt-BR" sz="2000" dirty="0">
                <a:latin typeface="DengXian" panose="02010600030101010101" pitchFamily="2" charset="-122"/>
                <a:ea typeface="DengXian" panose="02010600030101010101" pitchFamily="2" charset="-122"/>
              </a:rPr>
              <a:t> </a:t>
            </a:r>
            <a:r>
              <a:rPr lang="pt-BR" sz="2000" dirty="0" err="1">
                <a:latin typeface="DengXian" panose="02010600030101010101" pitchFamily="2" charset="-122"/>
                <a:ea typeface="DengXian" panose="02010600030101010101" pitchFamily="2" charset="-122"/>
              </a:rPr>
              <a:t>Replacement</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5" name="矩形 4"/>
          <p:cNvSpPr/>
          <p:nvPr/>
        </p:nvSpPr>
        <p:spPr>
          <a:xfrm>
            <a:off x="204313" y="840650"/>
            <a:ext cx="10800292" cy="769441"/>
          </a:xfrm>
          <a:prstGeom prst="rect">
            <a:avLst/>
          </a:prstGeom>
        </p:spPr>
        <p:txBody>
          <a:bodyPr wrap="square">
            <a:spAutoFit/>
          </a:bodyPr>
          <a:lstStyle/>
          <a:p>
            <a:r>
              <a:rPr lang="en-US" sz="1100" b="1" dirty="0">
                <a:latin typeface="DengXian" panose="02010600030101010101" pitchFamily="2" charset="-122"/>
                <a:ea typeface="DengXian" panose="02010600030101010101" pitchFamily="2" charset="-122"/>
              </a:rPr>
              <a:t>2. Disassembling the Front Panel Assembly</a:t>
            </a:r>
            <a:br>
              <a:rPr lang="en-US" sz="1100" dirty="0">
                <a:latin typeface="DengXian" panose="02010600030101010101" pitchFamily="2" charset="-122"/>
                <a:ea typeface="DengXian" panose="02010600030101010101" pitchFamily="2" charset="-122"/>
              </a:rPr>
            </a:br>
            <a:r>
              <a:rPr lang="en-US" sz="1100" dirty="0">
                <a:latin typeface="DengXian" panose="02010600030101010101" pitchFamily="2" charset="-122"/>
                <a:ea typeface="DengXian" panose="02010600030101010101" pitchFamily="2" charset="-122"/>
              </a:rPr>
              <a:t>Place the host upside down. Use a Phillips screwdriver to remove six M3 stepped spring screws and washers, as shown in the figure. Then, remove three M3 combination screws that are used for fixing the shielding cover from one side. Remove one M3 combination screw from the rear panel. Remove the cables of the touchscreen, display screen, and power button and take down the upper housing assembly.</a:t>
            </a:r>
          </a:p>
        </p:txBody>
      </p:sp>
      <p:pic>
        <p:nvPicPr>
          <p:cNvPr id="4" name="Picture 3">
            <a:extLst>
              <a:ext uri="{FF2B5EF4-FFF2-40B4-BE49-F238E27FC236}">
                <a16:creationId xmlns:a16="http://schemas.microsoft.com/office/drawing/2014/main" id="{0F9C967F-F1CF-38A6-4B5D-3766AD0578A5}"/>
              </a:ext>
            </a:extLst>
          </p:cNvPr>
          <p:cNvPicPr>
            <a:picLocks noChangeAspect="1"/>
          </p:cNvPicPr>
          <p:nvPr/>
        </p:nvPicPr>
        <p:blipFill>
          <a:blip r:embed="rId3"/>
          <a:stretch>
            <a:fillRect/>
          </a:stretch>
        </p:blipFill>
        <p:spPr>
          <a:xfrm>
            <a:off x="204313" y="2858797"/>
            <a:ext cx="5178720" cy="2492072"/>
          </a:xfrm>
          <a:prstGeom prst="rect">
            <a:avLst/>
          </a:prstGeom>
        </p:spPr>
      </p:pic>
      <p:pic>
        <p:nvPicPr>
          <p:cNvPr id="7" name="Picture 6">
            <a:extLst>
              <a:ext uri="{FF2B5EF4-FFF2-40B4-BE49-F238E27FC236}">
                <a16:creationId xmlns:a16="http://schemas.microsoft.com/office/drawing/2014/main" id="{87CE0E53-F90C-7BF8-B8BB-882615872A61}"/>
              </a:ext>
            </a:extLst>
          </p:cNvPr>
          <p:cNvPicPr>
            <a:picLocks noChangeAspect="1"/>
          </p:cNvPicPr>
          <p:nvPr/>
        </p:nvPicPr>
        <p:blipFill>
          <a:blip r:embed="rId4"/>
          <a:stretch>
            <a:fillRect/>
          </a:stretch>
        </p:blipFill>
        <p:spPr>
          <a:xfrm>
            <a:off x="5921116" y="2674565"/>
            <a:ext cx="6066571" cy="2740274"/>
          </a:xfrm>
          <a:prstGeom prst="rect">
            <a:avLst/>
          </a:prstGeom>
        </p:spPr>
      </p:pic>
      <p:sp>
        <p:nvSpPr>
          <p:cNvPr id="9" name="Arrow: Right 8">
            <a:extLst>
              <a:ext uri="{FF2B5EF4-FFF2-40B4-BE49-F238E27FC236}">
                <a16:creationId xmlns:a16="http://schemas.microsoft.com/office/drawing/2014/main" id="{3AED325C-AD6C-B46E-5534-514A00CB4838}"/>
              </a:ext>
            </a:extLst>
          </p:cNvPr>
          <p:cNvSpPr/>
          <p:nvPr/>
        </p:nvSpPr>
        <p:spPr>
          <a:xfrm>
            <a:off x="5769996" y="4333461"/>
            <a:ext cx="652007" cy="2703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520303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pt-BR" sz="2000" dirty="0" err="1">
                <a:latin typeface="DengXian" panose="02010600030101010101" pitchFamily="2" charset="-122"/>
                <a:ea typeface="DengXian" panose="02010600030101010101" pitchFamily="2" charset="-122"/>
              </a:rPr>
              <a:t>Component</a:t>
            </a:r>
            <a:r>
              <a:rPr lang="pt-BR" sz="2000" dirty="0">
                <a:latin typeface="DengXian" panose="02010600030101010101" pitchFamily="2" charset="-122"/>
                <a:ea typeface="DengXian" panose="02010600030101010101" pitchFamily="2" charset="-122"/>
              </a:rPr>
              <a:t> </a:t>
            </a:r>
            <a:r>
              <a:rPr lang="pt-BR" sz="2000" dirty="0" err="1">
                <a:latin typeface="DengXian" panose="02010600030101010101" pitchFamily="2" charset="-122"/>
                <a:ea typeface="DengXian" panose="02010600030101010101" pitchFamily="2" charset="-122"/>
              </a:rPr>
              <a:t>Replacement</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5" name="矩形 4"/>
          <p:cNvSpPr/>
          <p:nvPr/>
        </p:nvSpPr>
        <p:spPr>
          <a:xfrm>
            <a:off x="204313" y="840650"/>
            <a:ext cx="10800292" cy="769441"/>
          </a:xfrm>
          <a:prstGeom prst="rect">
            <a:avLst/>
          </a:prstGeom>
        </p:spPr>
        <p:txBody>
          <a:bodyPr wrap="square">
            <a:spAutoFit/>
          </a:bodyPr>
          <a:lstStyle/>
          <a:p>
            <a:r>
              <a:rPr lang="en-US" sz="1100" b="1" dirty="0">
                <a:latin typeface="DengXian" panose="02010600030101010101" pitchFamily="2" charset="-122"/>
                <a:ea typeface="DengXian" panose="02010600030101010101" pitchFamily="2" charset="-122"/>
              </a:rPr>
              <a:t>2. Disassembling the Front Panel Assembly</a:t>
            </a:r>
            <a:br>
              <a:rPr lang="en-US" sz="1100" dirty="0">
                <a:latin typeface="DengXian" panose="02010600030101010101" pitchFamily="2" charset="-122"/>
                <a:ea typeface="DengXian" panose="02010600030101010101" pitchFamily="2" charset="-122"/>
              </a:rPr>
            </a:br>
            <a:r>
              <a:rPr lang="en-US" sz="1100" dirty="0">
                <a:latin typeface="DengXian" panose="02010600030101010101" pitchFamily="2" charset="-122"/>
                <a:ea typeface="DengXian" panose="02010600030101010101" pitchFamily="2" charset="-122"/>
              </a:rPr>
              <a:t>Place the host upside down. Use a Phillips screwdriver to remove six M3 stepped spring screws and washers, as shown in the figure. Then, remove three M3 combination screws that are used for fixing the shielding cover from one side. Remove one M3 combination screw from the rear panel. Remove the cables of the touchscreen, display screen, and power button and take down the upper housing assembly.</a:t>
            </a:r>
          </a:p>
        </p:txBody>
      </p:sp>
      <p:pic>
        <p:nvPicPr>
          <p:cNvPr id="6" name="Picture 5">
            <a:extLst>
              <a:ext uri="{FF2B5EF4-FFF2-40B4-BE49-F238E27FC236}">
                <a16:creationId xmlns:a16="http://schemas.microsoft.com/office/drawing/2014/main" id="{DD971572-73FA-AB05-BF2C-BBDE856D2D78}"/>
              </a:ext>
            </a:extLst>
          </p:cNvPr>
          <p:cNvPicPr>
            <a:picLocks noChangeAspect="1"/>
          </p:cNvPicPr>
          <p:nvPr/>
        </p:nvPicPr>
        <p:blipFill>
          <a:blip r:embed="rId3"/>
          <a:stretch>
            <a:fillRect/>
          </a:stretch>
        </p:blipFill>
        <p:spPr>
          <a:xfrm>
            <a:off x="1020525" y="2082638"/>
            <a:ext cx="8291987" cy="3340152"/>
          </a:xfrm>
          <a:prstGeom prst="rect">
            <a:avLst/>
          </a:prstGeom>
        </p:spPr>
      </p:pic>
      <p:sp>
        <p:nvSpPr>
          <p:cNvPr id="8" name="TextBox 7">
            <a:extLst>
              <a:ext uri="{FF2B5EF4-FFF2-40B4-BE49-F238E27FC236}">
                <a16:creationId xmlns:a16="http://schemas.microsoft.com/office/drawing/2014/main" id="{5E52F766-20FC-AF80-68A4-5E9FC07E2534}"/>
              </a:ext>
            </a:extLst>
          </p:cNvPr>
          <p:cNvSpPr txBox="1"/>
          <p:nvPr/>
        </p:nvSpPr>
        <p:spPr>
          <a:xfrm>
            <a:off x="8242937" y="2496423"/>
            <a:ext cx="2928538" cy="1200329"/>
          </a:xfrm>
          <a:prstGeom prst="rect">
            <a:avLst/>
          </a:prstGeom>
          <a:noFill/>
        </p:spPr>
        <p:txBody>
          <a:bodyPr wrap="square">
            <a:spAutoFit/>
          </a:bodyPr>
          <a:lstStyle/>
          <a:p>
            <a:r>
              <a:rPr lang="en-US" sz="900" b="1" dirty="0">
                <a:latin typeface="DengXian" panose="02010600030101010101" pitchFamily="2" charset="-122"/>
                <a:ea typeface="DengXian" panose="02010600030101010101" pitchFamily="2" charset="-122"/>
              </a:rPr>
              <a:t>Caution:</a:t>
            </a:r>
            <a:r>
              <a:rPr lang="en-US" sz="900" dirty="0">
                <a:latin typeface="DengXian" panose="02010600030101010101" pitchFamily="2" charset="-122"/>
                <a:ea typeface="DengXian" panose="02010600030101010101" pitchFamily="2" charset="-122"/>
              </a:rPr>
              <a:t> The flat cable lock is a lever and must be released by lifting it upwards. Use a thin screwdriver or tweezers to perform this disassembly. Ensure that the flat cable, the side connector, and the button connector are fully disconnected before separating the main block from the top cover.</a:t>
            </a:r>
            <a:br>
              <a:rPr lang="en-US" sz="900" dirty="0">
                <a:latin typeface="DengXian" panose="02010600030101010101" pitchFamily="2" charset="-122"/>
                <a:ea typeface="DengXian" panose="02010600030101010101" pitchFamily="2" charset="-122"/>
              </a:rPr>
            </a:br>
            <a:r>
              <a:rPr lang="en-US" sz="900" dirty="0">
                <a:latin typeface="DengXian" panose="02010600030101010101" pitchFamily="2" charset="-122"/>
                <a:ea typeface="DengXian" panose="02010600030101010101" pitchFamily="2" charset="-122"/>
              </a:rPr>
              <a:t>Make sure to follow these steps carefully to avoid damaging the cables.</a:t>
            </a:r>
            <a:endParaRPr lang="pt-BR" sz="900" b="1" kern="100" dirty="0">
              <a:latin typeface="DengXian" panose="02010600030101010101" pitchFamily="2" charset="-122"/>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02550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pt-BR" sz="2000" dirty="0" err="1">
                <a:latin typeface="DengXian" panose="02010600030101010101" pitchFamily="2" charset="-122"/>
                <a:ea typeface="DengXian" panose="02010600030101010101" pitchFamily="2" charset="-122"/>
              </a:rPr>
              <a:t>Component</a:t>
            </a:r>
            <a:r>
              <a:rPr lang="pt-BR" sz="2000" dirty="0">
                <a:latin typeface="DengXian" panose="02010600030101010101" pitchFamily="2" charset="-122"/>
                <a:ea typeface="DengXian" panose="02010600030101010101" pitchFamily="2" charset="-122"/>
              </a:rPr>
              <a:t> </a:t>
            </a:r>
            <a:r>
              <a:rPr lang="pt-BR" sz="2000" dirty="0" err="1">
                <a:latin typeface="DengXian" panose="02010600030101010101" pitchFamily="2" charset="-122"/>
                <a:ea typeface="DengXian" panose="02010600030101010101" pitchFamily="2" charset="-122"/>
              </a:rPr>
              <a:t>Replacement</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5" name="矩形 4"/>
          <p:cNvSpPr/>
          <p:nvPr/>
        </p:nvSpPr>
        <p:spPr>
          <a:xfrm>
            <a:off x="204313" y="840650"/>
            <a:ext cx="10800292" cy="600164"/>
          </a:xfrm>
          <a:prstGeom prst="rect">
            <a:avLst/>
          </a:prstGeom>
        </p:spPr>
        <p:txBody>
          <a:bodyPr wrap="square">
            <a:spAutoFit/>
          </a:bodyPr>
          <a:lstStyle/>
          <a:p>
            <a:r>
              <a:rPr lang="en-US" sz="1100" b="1" dirty="0">
                <a:latin typeface="DengXian" panose="02010600030101010101" pitchFamily="2" charset="-122"/>
                <a:ea typeface="DengXian" panose="02010600030101010101" pitchFamily="2" charset="-122"/>
              </a:rPr>
              <a:t>3. Disassembling the Upper Cover of the Chassis</a:t>
            </a:r>
            <a:br>
              <a:rPr lang="en-US" sz="1100" dirty="0">
                <a:latin typeface="DengXian" panose="02010600030101010101" pitchFamily="2" charset="-122"/>
                <a:ea typeface="DengXian" panose="02010600030101010101" pitchFamily="2" charset="-122"/>
              </a:rPr>
            </a:br>
            <a:r>
              <a:rPr lang="en-US" sz="1100" dirty="0">
                <a:latin typeface="DengXian" panose="02010600030101010101" pitchFamily="2" charset="-122"/>
                <a:ea typeface="DengXian" panose="02010600030101010101" pitchFamily="2" charset="-122"/>
              </a:rPr>
              <a:t>Put the top of the chassis facing upward. Use a Phillips screwdriver to remove fourteen M3 combination screws, as shown in the figure below, and take down the upper cover of the chassis.</a:t>
            </a:r>
          </a:p>
        </p:txBody>
      </p:sp>
      <p:pic>
        <p:nvPicPr>
          <p:cNvPr id="4" name="Picture 3">
            <a:extLst>
              <a:ext uri="{FF2B5EF4-FFF2-40B4-BE49-F238E27FC236}">
                <a16:creationId xmlns:a16="http://schemas.microsoft.com/office/drawing/2014/main" id="{1A2F5E31-7541-EFD2-A385-8983D55833F6}"/>
              </a:ext>
            </a:extLst>
          </p:cNvPr>
          <p:cNvPicPr>
            <a:picLocks noChangeAspect="1"/>
          </p:cNvPicPr>
          <p:nvPr/>
        </p:nvPicPr>
        <p:blipFill>
          <a:blip r:embed="rId3"/>
          <a:stretch>
            <a:fillRect/>
          </a:stretch>
        </p:blipFill>
        <p:spPr>
          <a:xfrm>
            <a:off x="3162462" y="1474607"/>
            <a:ext cx="6582694" cy="4848902"/>
          </a:xfrm>
          <a:prstGeom prst="rect">
            <a:avLst/>
          </a:prstGeom>
        </p:spPr>
      </p:pic>
    </p:spTree>
    <p:extLst>
      <p:ext uri="{BB962C8B-B14F-4D97-AF65-F5344CB8AC3E}">
        <p14:creationId xmlns:p14="http://schemas.microsoft.com/office/powerpoint/2010/main" val="1035735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pt-BR" sz="2000" dirty="0" err="1">
                <a:latin typeface="DengXian" panose="02010600030101010101" pitchFamily="2" charset="-122"/>
                <a:ea typeface="DengXian" panose="02010600030101010101" pitchFamily="2" charset="-122"/>
              </a:rPr>
              <a:t>Component</a:t>
            </a:r>
            <a:r>
              <a:rPr lang="pt-BR" sz="2000" dirty="0">
                <a:latin typeface="DengXian" panose="02010600030101010101" pitchFamily="2" charset="-122"/>
                <a:ea typeface="DengXian" panose="02010600030101010101" pitchFamily="2" charset="-122"/>
              </a:rPr>
              <a:t> </a:t>
            </a:r>
            <a:r>
              <a:rPr lang="pt-BR" sz="2000" dirty="0" err="1">
                <a:latin typeface="DengXian" panose="02010600030101010101" pitchFamily="2" charset="-122"/>
                <a:ea typeface="DengXian" panose="02010600030101010101" pitchFamily="2" charset="-122"/>
              </a:rPr>
              <a:t>Replacement</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5" name="矩形 4"/>
          <p:cNvSpPr/>
          <p:nvPr/>
        </p:nvSpPr>
        <p:spPr>
          <a:xfrm>
            <a:off x="204313" y="840650"/>
            <a:ext cx="10800292" cy="600164"/>
          </a:xfrm>
          <a:prstGeom prst="rect">
            <a:avLst/>
          </a:prstGeom>
        </p:spPr>
        <p:txBody>
          <a:bodyPr wrap="square">
            <a:spAutoFit/>
          </a:bodyPr>
          <a:lstStyle/>
          <a:p>
            <a:r>
              <a:rPr lang="en-US" sz="1100" b="1" dirty="0">
                <a:latin typeface="DengXian" panose="02010600030101010101" pitchFamily="2" charset="-122"/>
                <a:ea typeface="DengXian" panose="02010600030101010101" pitchFamily="2" charset="-122"/>
              </a:rPr>
              <a:t>4. Disassembling the CCU Assembly</a:t>
            </a:r>
            <a:br>
              <a:rPr lang="en-US" sz="1100" dirty="0">
                <a:latin typeface="DengXian" panose="02010600030101010101" pitchFamily="2" charset="-122"/>
                <a:ea typeface="DengXian" panose="02010600030101010101" pitchFamily="2" charset="-122"/>
              </a:rPr>
            </a:br>
            <a:r>
              <a:rPr lang="en-US" sz="1100" dirty="0">
                <a:latin typeface="DengXian" panose="02010600030101010101" pitchFamily="2" charset="-122"/>
                <a:ea typeface="DengXian" panose="02010600030101010101" pitchFamily="2" charset="-122"/>
              </a:rPr>
              <a:t>As shown in the figure, remove all the connected cables, then use a Phillips screwdriver to remove two M3 combination screws, and take down the fan assembly. Use the Phillips screwdriver to remove four M3 combination screws and take down the CCU assembly.</a:t>
            </a:r>
          </a:p>
        </p:txBody>
      </p:sp>
      <p:pic>
        <p:nvPicPr>
          <p:cNvPr id="6" name="Picture 5">
            <a:extLst>
              <a:ext uri="{FF2B5EF4-FFF2-40B4-BE49-F238E27FC236}">
                <a16:creationId xmlns:a16="http://schemas.microsoft.com/office/drawing/2014/main" id="{19DE1D17-F67E-FAFA-28F1-D517DFCD01CE}"/>
              </a:ext>
            </a:extLst>
          </p:cNvPr>
          <p:cNvPicPr>
            <a:picLocks noChangeAspect="1"/>
          </p:cNvPicPr>
          <p:nvPr/>
        </p:nvPicPr>
        <p:blipFill>
          <a:blip r:embed="rId3"/>
          <a:stretch>
            <a:fillRect/>
          </a:stretch>
        </p:blipFill>
        <p:spPr>
          <a:xfrm>
            <a:off x="2576195" y="1980098"/>
            <a:ext cx="6744641" cy="3991532"/>
          </a:xfrm>
          <a:prstGeom prst="rect">
            <a:avLst/>
          </a:prstGeom>
        </p:spPr>
      </p:pic>
      <p:sp>
        <p:nvSpPr>
          <p:cNvPr id="10" name="Arrow: Right 9">
            <a:extLst>
              <a:ext uri="{FF2B5EF4-FFF2-40B4-BE49-F238E27FC236}">
                <a16:creationId xmlns:a16="http://schemas.microsoft.com/office/drawing/2014/main" id="{719404CB-3C6E-81F5-C17C-0AD772588E91}"/>
              </a:ext>
            </a:extLst>
          </p:cNvPr>
          <p:cNvSpPr/>
          <p:nvPr/>
        </p:nvSpPr>
        <p:spPr>
          <a:xfrm>
            <a:off x="8505244" y="3323644"/>
            <a:ext cx="1433886" cy="723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665987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A9D36A5-EE67-BEDD-A12F-5B3C21CFFAB5}"/>
              </a:ext>
            </a:extLst>
          </p:cNvPr>
          <p:cNvPicPr>
            <a:picLocks noChangeAspect="1"/>
          </p:cNvPicPr>
          <p:nvPr/>
        </p:nvPicPr>
        <p:blipFill>
          <a:blip r:embed="rId3"/>
          <a:stretch>
            <a:fillRect/>
          </a:stretch>
        </p:blipFill>
        <p:spPr>
          <a:xfrm>
            <a:off x="6470663" y="2016308"/>
            <a:ext cx="5587041" cy="3548952"/>
          </a:xfrm>
          <a:prstGeom prst="rect">
            <a:avLst/>
          </a:prstGeom>
        </p:spPr>
      </p:pic>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pt-BR" sz="2000" dirty="0" err="1">
                <a:latin typeface="DengXian" panose="02010600030101010101" pitchFamily="2" charset="-122"/>
                <a:ea typeface="DengXian" panose="02010600030101010101" pitchFamily="2" charset="-122"/>
              </a:rPr>
              <a:t>Component</a:t>
            </a:r>
            <a:r>
              <a:rPr lang="pt-BR" sz="2000" dirty="0">
                <a:latin typeface="DengXian" panose="02010600030101010101" pitchFamily="2" charset="-122"/>
                <a:ea typeface="DengXian" panose="02010600030101010101" pitchFamily="2" charset="-122"/>
              </a:rPr>
              <a:t> </a:t>
            </a:r>
            <a:r>
              <a:rPr lang="pt-BR" sz="2000" dirty="0" err="1">
                <a:latin typeface="DengXian" panose="02010600030101010101" pitchFamily="2" charset="-122"/>
                <a:ea typeface="DengXian" panose="02010600030101010101" pitchFamily="2" charset="-122"/>
              </a:rPr>
              <a:t>Replacement</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5" name="矩形 4"/>
          <p:cNvSpPr/>
          <p:nvPr/>
        </p:nvSpPr>
        <p:spPr>
          <a:xfrm>
            <a:off x="204313" y="840650"/>
            <a:ext cx="10800292" cy="600164"/>
          </a:xfrm>
          <a:prstGeom prst="rect">
            <a:avLst/>
          </a:prstGeom>
        </p:spPr>
        <p:txBody>
          <a:bodyPr wrap="square">
            <a:spAutoFit/>
          </a:bodyPr>
          <a:lstStyle/>
          <a:p>
            <a:r>
              <a:rPr lang="en-US" sz="1100" b="1" dirty="0">
                <a:latin typeface="DengXian" panose="02010600030101010101" pitchFamily="2" charset="-122"/>
                <a:ea typeface="DengXian" panose="02010600030101010101" pitchFamily="2" charset="-122"/>
              </a:rPr>
              <a:t>4. Disassembling the CCU Assembly</a:t>
            </a:r>
            <a:br>
              <a:rPr lang="en-US" sz="1100" dirty="0">
                <a:latin typeface="DengXian" panose="02010600030101010101" pitchFamily="2" charset="-122"/>
                <a:ea typeface="DengXian" panose="02010600030101010101" pitchFamily="2" charset="-122"/>
              </a:rPr>
            </a:br>
            <a:r>
              <a:rPr lang="en-US" sz="1100" dirty="0">
                <a:latin typeface="DengXian" panose="02010600030101010101" pitchFamily="2" charset="-122"/>
                <a:ea typeface="DengXian" panose="02010600030101010101" pitchFamily="2" charset="-122"/>
              </a:rPr>
              <a:t>As shown in the figure, remove all the connected cables, then use a Phillips screwdriver to remove two M3 combination screws, and take down the fan assembly. Use the Phillips screwdriver to remove four M3 combination screws and take down the CCU assembly.</a:t>
            </a:r>
          </a:p>
        </p:txBody>
      </p:sp>
      <p:pic>
        <p:nvPicPr>
          <p:cNvPr id="4" name="Picture 3">
            <a:extLst>
              <a:ext uri="{FF2B5EF4-FFF2-40B4-BE49-F238E27FC236}">
                <a16:creationId xmlns:a16="http://schemas.microsoft.com/office/drawing/2014/main" id="{E21A804B-2349-401A-0D3E-16D2DEEB16E0}"/>
              </a:ext>
            </a:extLst>
          </p:cNvPr>
          <p:cNvPicPr>
            <a:picLocks noChangeAspect="1"/>
          </p:cNvPicPr>
          <p:nvPr/>
        </p:nvPicPr>
        <p:blipFill>
          <a:blip r:embed="rId4"/>
          <a:stretch>
            <a:fillRect/>
          </a:stretch>
        </p:blipFill>
        <p:spPr>
          <a:xfrm>
            <a:off x="204313" y="1986470"/>
            <a:ext cx="5805174" cy="3905447"/>
          </a:xfrm>
          <a:prstGeom prst="rect">
            <a:avLst/>
          </a:prstGeom>
        </p:spPr>
      </p:pic>
      <p:sp>
        <p:nvSpPr>
          <p:cNvPr id="10" name="Arrow: Right 9">
            <a:extLst>
              <a:ext uri="{FF2B5EF4-FFF2-40B4-BE49-F238E27FC236}">
                <a16:creationId xmlns:a16="http://schemas.microsoft.com/office/drawing/2014/main" id="{719404CB-3C6E-81F5-C17C-0AD772588E91}"/>
              </a:ext>
            </a:extLst>
          </p:cNvPr>
          <p:cNvSpPr/>
          <p:nvPr/>
        </p:nvSpPr>
        <p:spPr>
          <a:xfrm>
            <a:off x="4995321" y="3429000"/>
            <a:ext cx="1433886" cy="7235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38299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501445" y="276492"/>
            <a:ext cx="10972800" cy="369332"/>
          </a:xfrm>
        </p:spPr>
        <p:txBody>
          <a:bodyPr/>
          <a:lstStyle/>
          <a:p>
            <a:r>
              <a:rPr lang="en-US" altLang="zh-CN" sz="2000" dirty="0" err="1">
                <a:latin typeface="DengXian" panose="02010600030101010101" pitchFamily="2" charset="-122"/>
                <a:ea typeface="DengXian" panose="02010600030101010101" pitchFamily="2" charset="-122"/>
                <a:cs typeface="Calibri" panose="020F0502020204030204" pitchFamily="34" charset="0"/>
              </a:rPr>
              <a:t>Verificação</a:t>
            </a:r>
            <a:r>
              <a:rPr lang="en-US" altLang="zh-CN" sz="2000" dirty="0">
                <a:latin typeface="DengXian" panose="02010600030101010101" pitchFamily="2" charset="-122"/>
                <a:ea typeface="DengXian" panose="02010600030101010101" pitchFamily="2" charset="-122"/>
                <a:cs typeface="Calibri" panose="020F0502020204030204" pitchFamily="34" charset="0"/>
              </a:rPr>
              <a:t> </a:t>
            </a:r>
            <a:r>
              <a:rPr lang="en-US" altLang="zh-CN" sz="2000" dirty="0" err="1">
                <a:latin typeface="DengXian" panose="02010600030101010101" pitchFamily="2" charset="-122"/>
                <a:ea typeface="DengXian" panose="02010600030101010101" pitchFamily="2" charset="-122"/>
                <a:cs typeface="Calibri" panose="020F0502020204030204" pitchFamily="34" charset="0"/>
              </a:rPr>
              <a:t>após</a:t>
            </a:r>
            <a:r>
              <a:rPr lang="en-US" altLang="zh-CN" sz="2000" dirty="0">
                <a:latin typeface="DengXian" panose="02010600030101010101" pitchFamily="2" charset="-122"/>
                <a:ea typeface="DengXian" panose="02010600030101010101" pitchFamily="2" charset="-122"/>
                <a:cs typeface="Calibri" panose="020F0502020204030204" pitchFamily="34" charset="0"/>
              </a:rPr>
              <a:t> a </a:t>
            </a:r>
            <a:r>
              <a:rPr lang="en-US" altLang="zh-CN" sz="2000" dirty="0" err="1">
                <a:latin typeface="DengXian" panose="02010600030101010101" pitchFamily="2" charset="-122"/>
                <a:ea typeface="DengXian" panose="02010600030101010101" pitchFamily="2" charset="-122"/>
                <a:cs typeface="Calibri" panose="020F0502020204030204" pitchFamily="34" charset="0"/>
              </a:rPr>
              <a:t>troca</a:t>
            </a:r>
            <a:endParaRPr lang="en-US" altLang="zh-CN" sz="2000" dirty="0">
              <a:latin typeface="DengXian" panose="02010600030101010101" pitchFamily="2" charset="-122"/>
              <a:ea typeface="DengXian" panose="02010600030101010101" pitchFamily="2" charset="-122"/>
              <a:cs typeface="Calibri" panose="020F0502020204030204" pitchFamily="34" charset="0"/>
            </a:endParaRPr>
          </a:p>
        </p:txBody>
      </p:sp>
      <p:sp>
        <p:nvSpPr>
          <p:cNvPr id="6" name="矩形 5"/>
          <p:cNvSpPr/>
          <p:nvPr/>
        </p:nvSpPr>
        <p:spPr>
          <a:xfrm>
            <a:off x="421419" y="939783"/>
            <a:ext cx="10530348" cy="1172180"/>
          </a:xfrm>
          <a:prstGeom prst="rect">
            <a:avLst/>
          </a:prstGeom>
        </p:spPr>
        <p:txBody>
          <a:bodyPr wrap="square">
            <a:spAutoFit/>
          </a:bodyPr>
          <a:lstStyle/>
          <a:p>
            <a:pPr lvl="0">
              <a:lnSpc>
                <a:spcPct val="150000"/>
              </a:lnSpc>
            </a:pPr>
            <a:r>
              <a:rPr lang="en-US" sz="1200" dirty="0">
                <a:latin typeface="DengXian" panose="02010600030101010101" pitchFamily="2" charset="-122"/>
                <a:ea typeface="DengXian" panose="02010600030101010101" pitchFamily="2" charset="-122"/>
              </a:rPr>
              <a:t>After installing the video processing board, carefully connect the LCD and power on the equipment. </a:t>
            </a:r>
          </a:p>
          <a:p>
            <a:pPr lvl="0">
              <a:lnSpc>
                <a:spcPct val="150000"/>
              </a:lnSpc>
            </a:pPr>
            <a:r>
              <a:rPr lang="en-US" sz="1200" dirty="0">
                <a:latin typeface="DengXian" panose="02010600030101010101" pitchFamily="2" charset="-122"/>
                <a:ea typeface="DengXian" panose="02010600030101010101" pitchFamily="2" charset="-122"/>
              </a:rPr>
              <a:t>Use a sheet of paper with printed text, as shown in the video below, to perform the image </a:t>
            </a:r>
            <a:r>
              <a:rPr lang="en-US" sz="1200" dirty="0" err="1">
                <a:latin typeface="DengXian" panose="02010600030101010101" pitchFamily="2" charset="-122"/>
                <a:ea typeface="DengXian" panose="02010600030101010101" pitchFamily="2" charset="-122"/>
              </a:rPr>
              <a:t>test.It</a:t>
            </a:r>
            <a:r>
              <a:rPr lang="en-US" sz="1200" dirty="0">
                <a:latin typeface="DengXian" panose="02010600030101010101" pitchFamily="2" charset="-122"/>
                <a:ea typeface="DengXian" panose="02010600030101010101" pitchFamily="2" charset="-122"/>
              </a:rPr>
              <a:t> is also possible to verify—as demonstrated in the video—whether the function is natively active in the OSD menu, which confirms that the issue has been </a:t>
            </a:r>
            <a:r>
              <a:rPr lang="en-US" sz="1200" dirty="0" err="1">
                <a:latin typeface="DengXian" panose="02010600030101010101" pitchFamily="2" charset="-122"/>
                <a:ea typeface="DengXian" panose="02010600030101010101" pitchFamily="2" charset="-122"/>
              </a:rPr>
              <a:t>resolved.Once</a:t>
            </a:r>
            <a:r>
              <a:rPr lang="en-US" sz="1200" dirty="0">
                <a:latin typeface="DengXian" panose="02010600030101010101" pitchFamily="2" charset="-122"/>
                <a:ea typeface="DengXian" panose="02010600030101010101" pitchFamily="2" charset="-122"/>
              </a:rPr>
              <a:t> confirmed, proceed with the complete reassembly of the equipment.</a:t>
            </a:r>
            <a:endParaRPr lang="en-US" altLang="zh-CN" sz="1200" b="1" kern="100" dirty="0">
              <a:latin typeface="DengXian" panose="02010600030101010101" pitchFamily="2" charset="-122"/>
              <a:ea typeface="DengXian" panose="02010600030101010101" pitchFamily="2" charset="-122"/>
              <a:cs typeface="Times New Roman" panose="02020603050405020304" pitchFamily="18" charset="0"/>
            </a:endParaRPr>
          </a:p>
        </p:txBody>
      </p:sp>
      <p:pic>
        <p:nvPicPr>
          <p:cNvPr id="8" name="Picture 7">
            <a:extLst>
              <a:ext uri="{FF2B5EF4-FFF2-40B4-BE49-F238E27FC236}">
                <a16:creationId xmlns:a16="http://schemas.microsoft.com/office/drawing/2014/main" id="{89DF616F-763F-1C62-897F-CDFD30AFD7E6}"/>
              </a:ext>
            </a:extLst>
          </p:cNvPr>
          <p:cNvPicPr>
            <a:picLocks noChangeAspect="1"/>
          </p:cNvPicPr>
          <p:nvPr/>
        </p:nvPicPr>
        <p:blipFill>
          <a:blip r:embed="rId3"/>
          <a:stretch>
            <a:fillRect/>
          </a:stretch>
        </p:blipFill>
        <p:spPr>
          <a:xfrm>
            <a:off x="7077281" y="4936167"/>
            <a:ext cx="3578022" cy="1562495"/>
          </a:xfrm>
          <a:prstGeom prst="rect">
            <a:avLst/>
          </a:prstGeom>
        </p:spPr>
      </p:pic>
      <p:pic>
        <p:nvPicPr>
          <p:cNvPr id="4" name="Picture 3">
            <a:extLst>
              <a:ext uri="{FF2B5EF4-FFF2-40B4-BE49-F238E27FC236}">
                <a16:creationId xmlns:a16="http://schemas.microsoft.com/office/drawing/2014/main" id="{09AACA63-0863-5E36-4E14-3ABDC3CAA523}"/>
              </a:ext>
            </a:extLst>
          </p:cNvPr>
          <p:cNvPicPr>
            <a:picLocks noChangeAspect="1"/>
          </p:cNvPicPr>
          <p:nvPr/>
        </p:nvPicPr>
        <p:blipFill>
          <a:blip r:embed="rId4"/>
          <a:stretch>
            <a:fillRect/>
          </a:stretch>
        </p:blipFill>
        <p:spPr>
          <a:xfrm>
            <a:off x="501445" y="2308594"/>
            <a:ext cx="5457870" cy="2877523"/>
          </a:xfrm>
          <a:prstGeom prst="rect">
            <a:avLst/>
          </a:prstGeom>
        </p:spPr>
      </p:pic>
      <p:pic>
        <p:nvPicPr>
          <p:cNvPr id="9" name="Picture 8">
            <a:extLst>
              <a:ext uri="{FF2B5EF4-FFF2-40B4-BE49-F238E27FC236}">
                <a16:creationId xmlns:a16="http://schemas.microsoft.com/office/drawing/2014/main" id="{201EE81F-D934-BED7-CBC1-C075CEB29C9A}"/>
              </a:ext>
            </a:extLst>
          </p:cNvPr>
          <p:cNvPicPr>
            <a:picLocks noChangeAspect="1"/>
          </p:cNvPicPr>
          <p:nvPr/>
        </p:nvPicPr>
        <p:blipFill>
          <a:blip r:embed="rId5"/>
          <a:stretch>
            <a:fillRect/>
          </a:stretch>
        </p:blipFill>
        <p:spPr>
          <a:xfrm>
            <a:off x="6056284" y="2308594"/>
            <a:ext cx="5620017" cy="2865251"/>
          </a:xfrm>
          <a:prstGeom prst="rect">
            <a:avLst/>
          </a:prstGeom>
        </p:spPr>
      </p:pic>
    </p:spTree>
    <p:extLst>
      <p:ext uri="{BB962C8B-B14F-4D97-AF65-F5344CB8AC3E}">
        <p14:creationId xmlns:p14="http://schemas.microsoft.com/office/powerpoint/2010/main" val="1890950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4D0DB561-F917-49B9-A0FD-C762126B8DF6}"/>
              </a:ext>
            </a:extLst>
          </p:cNvPr>
          <p:cNvPicPr>
            <a:picLocks noChangeAspect="1"/>
          </p:cNvPicPr>
          <p:nvPr/>
        </p:nvPicPr>
        <p:blipFill rotWithShape="1">
          <a:blip r:embed="rId3"/>
          <a:srcRect l="6293" r="6293"/>
          <a:stretch/>
        </p:blipFill>
        <p:spPr>
          <a:xfrm>
            <a:off x="0" y="-47613"/>
            <a:ext cx="12192000" cy="6953226"/>
          </a:xfrm>
          <a:prstGeom prst="rect">
            <a:avLst/>
          </a:prstGeom>
        </p:spPr>
      </p:pic>
      <p:sp>
        <p:nvSpPr>
          <p:cNvPr id="9" name="矩形 2">
            <a:extLst>
              <a:ext uri="{FF2B5EF4-FFF2-40B4-BE49-F238E27FC236}">
                <a16:creationId xmlns:a16="http://schemas.microsoft.com/office/drawing/2014/main" id="{01BF4748-0A47-1046-9F94-9BED5FBBEBF6}"/>
              </a:ext>
            </a:extLst>
          </p:cNvPr>
          <p:cNvSpPr/>
          <p:nvPr/>
        </p:nvSpPr>
        <p:spPr>
          <a:xfrm>
            <a:off x="653425" y="2875002"/>
            <a:ext cx="10885148" cy="1015663"/>
          </a:xfrm>
          <a:prstGeom prst="rect">
            <a:avLst/>
          </a:prstGeom>
        </p:spPr>
        <p:txBody>
          <a:bodyPr wrap="square">
            <a:spAutoFit/>
          </a:bodyPr>
          <a:lstStyle/>
          <a:p>
            <a:pPr algn="ctr"/>
            <a:r>
              <a:rPr lang="en-US" altLang="zh-CN" sz="6000" b="1" spc="300" dirty="0">
                <a:solidFill>
                  <a:schemeClr val="bg1"/>
                </a:solidFill>
                <a:latin typeface="DengXian" panose="02010600030101010101" pitchFamily="2" charset="-122"/>
                <a:ea typeface="DengXian" panose="02010600030101010101" pitchFamily="2" charset="-122"/>
              </a:rPr>
              <a:t>Thank you</a:t>
            </a:r>
            <a:r>
              <a:rPr lang="zh-CN" altLang="en-US" sz="6000" b="1" spc="300" dirty="0">
                <a:solidFill>
                  <a:schemeClr val="bg1"/>
                </a:solidFill>
                <a:latin typeface="DengXian" panose="02010600030101010101" pitchFamily="2" charset="-122"/>
                <a:ea typeface="DengXian" panose="02010600030101010101" pitchFamily="2" charset="-122"/>
              </a:rPr>
              <a:t>！</a:t>
            </a:r>
          </a:p>
        </p:txBody>
      </p:sp>
      <p:pic>
        <p:nvPicPr>
          <p:cNvPr id="7" name="Picture 6" descr="Text, logo&#10;&#10;Description automatically generated">
            <a:extLst>
              <a:ext uri="{FF2B5EF4-FFF2-40B4-BE49-F238E27FC236}">
                <a16:creationId xmlns:a16="http://schemas.microsoft.com/office/drawing/2014/main" id="{44EB071A-3755-E945-84CF-1C2EF922215C}"/>
              </a:ext>
            </a:extLst>
          </p:cNvPr>
          <p:cNvPicPr>
            <a:picLocks noChangeAspect="1"/>
          </p:cNvPicPr>
          <p:nvPr/>
        </p:nvPicPr>
        <p:blipFill>
          <a:blip r:embed="rId4"/>
          <a:stretch>
            <a:fillRect/>
          </a:stretch>
        </p:blipFill>
        <p:spPr>
          <a:xfrm>
            <a:off x="4975250" y="6132659"/>
            <a:ext cx="2932768" cy="409921"/>
          </a:xfrm>
          <a:prstGeom prst="rect">
            <a:avLst/>
          </a:prstGeom>
        </p:spPr>
      </p:pic>
    </p:spTree>
    <p:extLst>
      <p:ext uri="{BB962C8B-B14F-4D97-AF65-F5344CB8AC3E}">
        <p14:creationId xmlns:p14="http://schemas.microsoft.com/office/powerpoint/2010/main" val="42244258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HN​​">
  <a:themeElements>
    <a:clrScheme name="mindray">
      <a:dk1>
        <a:srgbClr val="333333"/>
      </a:dk1>
      <a:lt1>
        <a:srgbClr val="FFFFFF"/>
      </a:lt1>
      <a:dk2>
        <a:srgbClr val="333333"/>
      </a:dk2>
      <a:lt2>
        <a:srgbClr val="FFFFFF"/>
      </a:lt2>
      <a:accent1>
        <a:srgbClr val="C00000"/>
      </a:accent1>
      <a:accent2>
        <a:srgbClr val="FF0000"/>
      </a:accent2>
      <a:accent3>
        <a:srgbClr val="333333"/>
      </a:accent3>
      <a:accent4>
        <a:srgbClr val="D6D6D6"/>
      </a:accent4>
      <a:accent5>
        <a:srgbClr val="F2F2F2"/>
      </a:accent5>
      <a:accent6>
        <a:srgbClr val="FFFFFF"/>
      </a:accent6>
      <a:hlink>
        <a:srgbClr val="FFFFFF"/>
      </a:hlink>
      <a:folHlink>
        <a:srgbClr val="FFFFFF"/>
      </a:folHlink>
    </a:clrScheme>
    <a:fontScheme name="myriad">
      <a:majorFont>
        <a:latin typeface="Myriad Pro"/>
        <a:ea typeface="微软雅黑"/>
        <a:cs typeface=""/>
      </a:majorFont>
      <a:minorFont>
        <a:latin typeface="Myriad Pro"/>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8035</TotalTime>
  <Words>971</Words>
  <Application>Microsoft Office PowerPoint</Application>
  <PresentationFormat>Widescreen</PresentationFormat>
  <Paragraphs>47</Paragraphs>
  <Slides>12</Slides>
  <Notes>12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9" baseType="lpstr">
      <vt:lpstr>DengXian</vt:lpstr>
      <vt:lpstr>DengXian</vt:lpstr>
      <vt:lpstr>Arial</vt:lpstr>
      <vt:lpstr>Calibri</vt:lpstr>
      <vt:lpstr>Myriad Pro</vt:lpstr>
      <vt:lpstr>CHN​​</vt:lpstr>
      <vt:lpstr>think-cell 幻灯片</vt:lpstr>
      <vt:lpstr>PowerPoint Presentation</vt:lpstr>
      <vt:lpstr>Background</vt:lpstr>
      <vt:lpstr>Crosscheck Verification</vt:lpstr>
      <vt:lpstr>Crosscheck and Preliminary Verification</vt:lpstr>
      <vt:lpstr>Component Replacement</vt:lpstr>
      <vt:lpstr>Component Replacement</vt:lpstr>
      <vt:lpstr>Component Replacement</vt:lpstr>
      <vt:lpstr>Component Replacement</vt:lpstr>
      <vt:lpstr>Component Replacement</vt:lpstr>
      <vt:lpstr>Component Replacement</vt:lpstr>
      <vt:lpstr>Verificação após a troca</vt:lpstr>
      <vt:lpstr>PowerPoint Presentation</vt:lpstr>
    </vt:vector>
  </TitlesOfParts>
  <Company>mindray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郑少伟 Zheng Shaowei</dc:creator>
  <cp:lastModifiedBy>Marcos Magalhaes</cp:lastModifiedBy>
  <cp:revision>457</cp:revision>
  <dcterms:created xsi:type="dcterms:W3CDTF">2021-03-30T02:14:39Z</dcterms:created>
  <dcterms:modified xsi:type="dcterms:W3CDTF">2025-05-29T01:47:45Z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803e81e-eefe-45a3-a30f-5a4cc27ba119_Enabled">
    <vt:lpwstr>true</vt:lpwstr>
  </property>
  <property fmtid="{D5CDD505-2E9C-101B-9397-08002B2CF9AE}" pid="3" name="MSIP_Label_0803e81e-eefe-45a3-a30f-5a4cc27ba119_SetDate">
    <vt:lpwstr>2024-11-21T18:31:18Z</vt:lpwstr>
  </property>
  <property fmtid="{D5CDD505-2E9C-101B-9397-08002B2CF9AE}" pid="4" name="MSIP_Label_0803e81e-eefe-45a3-a30f-5a4cc27ba119_Method">
    <vt:lpwstr>Standard</vt:lpwstr>
  </property>
  <property fmtid="{D5CDD505-2E9C-101B-9397-08002B2CF9AE}" pid="5" name="MSIP_Label_0803e81e-eefe-45a3-a30f-5a4cc27ba119_Name">
    <vt:lpwstr>Internal_DLP</vt:lpwstr>
  </property>
  <property fmtid="{D5CDD505-2E9C-101B-9397-08002B2CF9AE}" pid="6" name="MSIP_Label_0803e81e-eefe-45a3-a30f-5a4cc27ba119_SiteId">
    <vt:lpwstr>6948ac66-a126-4ae2-8e01-4b2742ddf8e3</vt:lpwstr>
  </property>
  <property fmtid="{D5CDD505-2E9C-101B-9397-08002B2CF9AE}" pid="7" name="MSIP_Label_0803e81e-eefe-45a3-a30f-5a4cc27ba119_ActionId">
    <vt:lpwstr>59076cb4-4643-4d7b-9325-abffdb069dd2</vt:lpwstr>
  </property>
  <property fmtid="{D5CDD505-2E9C-101B-9397-08002B2CF9AE}" pid="8" name="MSIP_Label_0803e81e-eefe-45a3-a30f-5a4cc27ba119_ContentBits">
    <vt:lpwstr>0</vt:lpwstr>
  </property>
</Properties>
</file>