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9"/>
  </p:notesMasterIdLst>
  <p:sldIdLst>
    <p:sldId id="262" r:id="rId2"/>
    <p:sldId id="2122624608" r:id="rId3"/>
    <p:sldId id="2122624661" r:id="rId4"/>
    <p:sldId id="2122624670" r:id="rId5"/>
    <p:sldId id="2122624669" r:id="rId6"/>
    <p:sldId id="2122624671" r:id="rId7"/>
    <p:sldId id="263"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0E0E0"/>
    <a:srgbClr val="D1F7FB"/>
    <a:srgbClr val="FFFF99"/>
    <a:srgbClr val="00B050"/>
    <a:srgbClr val="6A86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24" autoAdjust="0"/>
    <p:restoredTop sz="96781" autoAdjust="0"/>
  </p:normalViewPr>
  <p:slideViewPr>
    <p:cSldViewPr snapToGrid="0">
      <p:cViewPr varScale="1">
        <p:scale>
          <a:sx n="120" d="100"/>
          <a:sy n="120" d="100"/>
        </p:scale>
        <p:origin x="8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os Magalhaes" userId="40e7feb1-b236-4492-ba05-9866385e6df6" providerId="ADAL" clId="{49361702-AF02-411B-B974-50BB4B520902}"/>
    <pc:docChg chg="custSel addSld delSld modSld">
      <pc:chgData name="Marcos Magalhaes" userId="40e7feb1-b236-4492-ba05-9866385e6df6" providerId="ADAL" clId="{49361702-AF02-411B-B974-50BB4B520902}" dt="2025-01-16T18:17:47.748" v="341" actId="1076"/>
      <pc:docMkLst>
        <pc:docMk/>
      </pc:docMkLst>
      <pc:sldChg chg="modSp mod">
        <pc:chgData name="Marcos Magalhaes" userId="40e7feb1-b236-4492-ba05-9866385e6df6" providerId="ADAL" clId="{49361702-AF02-411B-B974-50BB4B520902}" dt="2025-01-16T18:13:49.424" v="288" actId="20577"/>
        <pc:sldMkLst>
          <pc:docMk/>
          <pc:sldMk cId="2759155929" sldId="2122624669"/>
        </pc:sldMkLst>
        <pc:spChg chg="mod">
          <ac:chgData name="Marcos Magalhaes" userId="40e7feb1-b236-4492-ba05-9866385e6df6" providerId="ADAL" clId="{49361702-AF02-411B-B974-50BB4B520902}" dt="2025-01-16T18:13:49.424" v="288" actId="20577"/>
          <ac:spMkLst>
            <pc:docMk/>
            <pc:sldMk cId="2759155929" sldId="2122624669"/>
            <ac:spMk id="6" creationId="{00000000-0000-0000-0000-000000000000}"/>
          </ac:spMkLst>
        </pc:spChg>
      </pc:sldChg>
      <pc:sldChg chg="addSp modSp mod">
        <pc:chgData name="Marcos Magalhaes" userId="40e7feb1-b236-4492-ba05-9866385e6df6" providerId="ADAL" clId="{49361702-AF02-411B-B974-50BB4B520902}" dt="2025-01-16T18:17:47.748" v="341" actId="1076"/>
        <pc:sldMkLst>
          <pc:docMk/>
          <pc:sldMk cId="2376733721" sldId="2122624670"/>
        </pc:sldMkLst>
        <pc:spChg chg="add mod">
          <ac:chgData name="Marcos Magalhaes" userId="40e7feb1-b236-4492-ba05-9866385e6df6" providerId="ADAL" clId="{49361702-AF02-411B-B974-50BB4B520902}" dt="2025-01-16T18:08:55.755" v="9" actId="20577"/>
          <ac:spMkLst>
            <pc:docMk/>
            <pc:sldMk cId="2376733721" sldId="2122624670"/>
            <ac:spMk id="3" creationId="{9BF434CC-CCEC-7393-BD04-3CADCFCCCCC1}"/>
          </ac:spMkLst>
        </pc:spChg>
        <pc:spChg chg="add mod">
          <ac:chgData name="Marcos Magalhaes" userId="40e7feb1-b236-4492-ba05-9866385e6df6" providerId="ADAL" clId="{49361702-AF02-411B-B974-50BB4B520902}" dt="2025-01-16T18:17:40.887" v="340" actId="1076"/>
          <ac:spMkLst>
            <pc:docMk/>
            <pc:sldMk cId="2376733721" sldId="2122624670"/>
            <ac:spMk id="7" creationId="{43C6EA39-2082-906E-1C1B-5218BDE656AE}"/>
          </ac:spMkLst>
        </pc:spChg>
        <pc:spChg chg="mod">
          <ac:chgData name="Marcos Magalhaes" userId="40e7feb1-b236-4492-ba05-9866385e6df6" providerId="ADAL" clId="{49361702-AF02-411B-B974-50BB4B520902}" dt="2025-01-16T18:17:47.748" v="341" actId="1076"/>
          <ac:spMkLst>
            <pc:docMk/>
            <pc:sldMk cId="2376733721" sldId="2122624670"/>
            <ac:spMk id="14" creationId="{BB92A4BC-B3CE-BC1F-6C66-D41DDDD0293B}"/>
          </ac:spMkLst>
        </pc:spChg>
        <pc:picChg chg="mod">
          <ac:chgData name="Marcos Magalhaes" userId="40e7feb1-b236-4492-ba05-9866385e6df6" providerId="ADAL" clId="{49361702-AF02-411B-B974-50BB4B520902}" dt="2025-01-16T18:15:45.565" v="312" actId="1076"/>
          <ac:picMkLst>
            <pc:docMk/>
            <pc:sldMk cId="2376733721" sldId="2122624670"/>
            <ac:picMk id="15" creationId="{075FB1F1-6349-0E43-B9A3-B7D72863DEA3}"/>
          </ac:picMkLst>
        </pc:picChg>
      </pc:sldChg>
      <pc:sldChg chg="delSp modSp add mod">
        <pc:chgData name="Marcos Magalhaes" userId="40e7feb1-b236-4492-ba05-9866385e6df6" providerId="ADAL" clId="{49361702-AF02-411B-B974-50BB4B520902}" dt="2025-01-16T18:12:59.722" v="235" actId="20577"/>
        <pc:sldMkLst>
          <pc:docMk/>
          <pc:sldMk cId="2139629825" sldId="2122624671"/>
        </pc:sldMkLst>
        <pc:spChg chg="mod">
          <ac:chgData name="Marcos Magalhaes" userId="40e7feb1-b236-4492-ba05-9866385e6df6" providerId="ADAL" clId="{49361702-AF02-411B-B974-50BB4B520902}" dt="2025-01-16T18:12:59.722" v="235" actId="20577"/>
          <ac:spMkLst>
            <pc:docMk/>
            <pc:sldMk cId="2139629825" sldId="2122624671"/>
            <ac:spMk id="6" creationId="{00000000-0000-0000-0000-000000000000}"/>
          </ac:spMkLst>
        </pc:spChg>
        <pc:picChg chg="del">
          <ac:chgData name="Marcos Magalhaes" userId="40e7feb1-b236-4492-ba05-9866385e6df6" providerId="ADAL" clId="{49361702-AF02-411B-B974-50BB4B520902}" dt="2025-01-16T18:11:03.886" v="71" actId="478"/>
          <ac:picMkLst>
            <pc:docMk/>
            <pc:sldMk cId="2139629825" sldId="2122624671"/>
            <ac:picMk id="8" creationId="{5EFC06E7-B279-A283-F286-A130566C497A}"/>
          </ac:picMkLst>
        </pc:picChg>
        <pc:picChg chg="del">
          <ac:chgData name="Marcos Magalhaes" userId="40e7feb1-b236-4492-ba05-9866385e6df6" providerId="ADAL" clId="{49361702-AF02-411B-B974-50BB4B520902}" dt="2025-01-16T18:11:04.241" v="72" actId="478"/>
          <ac:picMkLst>
            <pc:docMk/>
            <pc:sldMk cId="2139629825" sldId="2122624671"/>
            <ac:picMk id="10" creationId="{A9866EAD-FA27-5267-74D9-BA7F6737DE53}"/>
          </ac:picMkLst>
        </pc:picChg>
        <pc:picChg chg="del">
          <ac:chgData name="Marcos Magalhaes" userId="40e7feb1-b236-4492-ba05-9866385e6df6" providerId="ADAL" clId="{49361702-AF02-411B-B974-50BB4B520902}" dt="2025-01-16T18:11:26.590" v="86" actId="478"/>
          <ac:picMkLst>
            <pc:docMk/>
            <pc:sldMk cId="2139629825" sldId="2122624671"/>
            <ac:picMk id="12" creationId="{A49971AD-9F28-A8EC-7E14-08A6097A2162}"/>
          </ac:picMkLst>
        </pc:picChg>
        <pc:picChg chg="del mod">
          <ac:chgData name="Marcos Magalhaes" userId="40e7feb1-b236-4492-ba05-9866385e6df6" providerId="ADAL" clId="{49361702-AF02-411B-B974-50BB4B520902}" dt="2025-01-16T18:11:35.843" v="88" actId="478"/>
          <ac:picMkLst>
            <pc:docMk/>
            <pc:sldMk cId="2139629825" sldId="2122624671"/>
            <ac:picMk id="14" creationId="{12483489-84C3-92CF-1A04-75081BB28613}"/>
          </ac:picMkLst>
        </pc:picChg>
      </pc:sldChg>
      <pc:sldChg chg="delSp add del mod">
        <pc:chgData name="Marcos Magalhaes" userId="40e7feb1-b236-4492-ba05-9866385e6df6" providerId="ADAL" clId="{49361702-AF02-411B-B974-50BB4B520902}" dt="2025-01-16T18:11:01.149" v="70" actId="47"/>
        <pc:sldMkLst>
          <pc:docMk/>
          <pc:sldMk cId="785405332" sldId="2122624672"/>
        </pc:sldMkLst>
        <pc:picChg chg="del">
          <ac:chgData name="Marcos Magalhaes" userId="40e7feb1-b236-4492-ba05-9866385e6df6" providerId="ADAL" clId="{49361702-AF02-411B-B974-50BB4B520902}" dt="2025-01-16T18:10:51.191" v="68" actId="478"/>
          <ac:picMkLst>
            <pc:docMk/>
            <pc:sldMk cId="785405332" sldId="2122624672"/>
            <ac:picMk id="8" creationId="{5EFC06E7-B279-A283-F286-A130566C497A}"/>
          </ac:picMkLst>
        </pc:picChg>
        <pc:picChg chg="del">
          <ac:chgData name="Marcos Magalhaes" userId="40e7feb1-b236-4492-ba05-9866385e6df6" providerId="ADAL" clId="{49361702-AF02-411B-B974-50BB4B520902}" dt="2025-01-16T18:10:53.034" v="69" actId="478"/>
          <ac:picMkLst>
            <pc:docMk/>
            <pc:sldMk cId="785405332" sldId="2122624672"/>
            <ac:picMk id="10" creationId="{A9866EAD-FA27-5267-74D9-BA7F6737DE53}"/>
          </ac:picMkLst>
        </pc:picChg>
      </pc:sldChg>
    </pc:docChg>
  </pc:docChgLst>
  <pc:docChgLst>
    <pc:chgData name="Marcos Magalhaes" userId="40e7feb1-b236-4492-ba05-9866385e6df6" providerId="ADAL" clId="{D4774615-1E51-48B4-9B8C-C8FF20CF245A}"/>
    <pc:docChg chg="undo custSel modSld">
      <pc:chgData name="Marcos Magalhaes" userId="40e7feb1-b236-4492-ba05-9866385e6df6" providerId="ADAL" clId="{D4774615-1E51-48B4-9B8C-C8FF20CF245A}" dt="2025-02-26T18:47:20.224" v="60" actId="255"/>
      <pc:docMkLst>
        <pc:docMk/>
      </pc:docMkLst>
      <pc:sldChg chg="modSp mod">
        <pc:chgData name="Marcos Magalhaes" userId="40e7feb1-b236-4492-ba05-9866385e6df6" providerId="ADAL" clId="{D4774615-1E51-48B4-9B8C-C8FF20CF245A}" dt="2025-02-26T18:44:59.380" v="6" actId="255"/>
        <pc:sldMkLst>
          <pc:docMk/>
          <pc:sldMk cId="1386677359" sldId="262"/>
        </pc:sldMkLst>
        <pc:spChg chg="mod">
          <ac:chgData name="Marcos Magalhaes" userId="40e7feb1-b236-4492-ba05-9866385e6df6" providerId="ADAL" clId="{D4774615-1E51-48B4-9B8C-C8FF20CF245A}" dt="2025-02-26T18:44:55.306" v="4" actId="6549"/>
          <ac:spMkLst>
            <pc:docMk/>
            <pc:sldMk cId="1386677359" sldId="262"/>
            <ac:spMk id="3" creationId="{EA344B25-997F-BB49-B147-95F6C08DCCDA}"/>
          </ac:spMkLst>
        </pc:spChg>
        <pc:spChg chg="mod">
          <ac:chgData name="Marcos Magalhaes" userId="40e7feb1-b236-4492-ba05-9866385e6df6" providerId="ADAL" clId="{D4774615-1E51-48B4-9B8C-C8FF20CF245A}" dt="2025-02-26T18:44:59.380" v="6" actId="255"/>
          <ac:spMkLst>
            <pc:docMk/>
            <pc:sldMk cId="1386677359" sldId="262"/>
            <ac:spMk id="6" creationId="{00000000-0000-0000-0000-000000000000}"/>
          </ac:spMkLst>
        </pc:spChg>
      </pc:sldChg>
      <pc:sldChg chg="modSp mod">
        <pc:chgData name="Marcos Magalhaes" userId="40e7feb1-b236-4492-ba05-9866385e6df6" providerId="ADAL" clId="{D4774615-1E51-48B4-9B8C-C8FF20CF245A}" dt="2025-02-26T18:47:20.224" v="60" actId="255"/>
        <pc:sldMkLst>
          <pc:docMk/>
          <pc:sldMk cId="4224425853" sldId="263"/>
        </pc:sldMkLst>
        <pc:spChg chg="mod">
          <ac:chgData name="Marcos Magalhaes" userId="40e7feb1-b236-4492-ba05-9866385e6df6" providerId="ADAL" clId="{D4774615-1E51-48B4-9B8C-C8FF20CF245A}" dt="2025-02-26T18:47:20.224" v="60" actId="255"/>
          <ac:spMkLst>
            <pc:docMk/>
            <pc:sldMk cId="4224425853" sldId="263"/>
            <ac:spMk id="9" creationId="{01BF4748-0A47-1046-9F94-9BED5FBBEBF6}"/>
          </ac:spMkLst>
        </pc:spChg>
      </pc:sldChg>
      <pc:sldChg chg="modSp mod">
        <pc:chgData name="Marcos Magalhaes" userId="40e7feb1-b236-4492-ba05-9866385e6df6" providerId="ADAL" clId="{D4774615-1E51-48B4-9B8C-C8FF20CF245A}" dt="2025-02-26T18:45:12.460" v="14" actId="255"/>
        <pc:sldMkLst>
          <pc:docMk/>
          <pc:sldMk cId="2577858216" sldId="2122624608"/>
        </pc:sldMkLst>
        <pc:spChg chg="mod">
          <ac:chgData name="Marcos Magalhaes" userId="40e7feb1-b236-4492-ba05-9866385e6df6" providerId="ADAL" clId="{D4774615-1E51-48B4-9B8C-C8FF20CF245A}" dt="2025-02-26T18:45:06.819" v="12" actId="255"/>
          <ac:spMkLst>
            <pc:docMk/>
            <pc:sldMk cId="2577858216" sldId="2122624608"/>
            <ac:spMk id="2" creationId="{316B68A7-0FCC-4C4B-8A36-2669D4CB1C97}"/>
          </ac:spMkLst>
        </pc:spChg>
        <pc:spChg chg="mod">
          <ac:chgData name="Marcos Magalhaes" userId="40e7feb1-b236-4492-ba05-9866385e6df6" providerId="ADAL" clId="{D4774615-1E51-48B4-9B8C-C8FF20CF245A}" dt="2025-02-26T18:45:12.460" v="14" actId="255"/>
          <ac:spMkLst>
            <pc:docMk/>
            <pc:sldMk cId="2577858216" sldId="2122624608"/>
            <ac:spMk id="6" creationId="{00000000-0000-0000-0000-000000000000}"/>
          </ac:spMkLst>
        </pc:spChg>
      </pc:sldChg>
      <pc:sldChg chg="modSp mod">
        <pc:chgData name="Marcos Magalhaes" userId="40e7feb1-b236-4492-ba05-9866385e6df6" providerId="ADAL" clId="{D4774615-1E51-48B4-9B8C-C8FF20CF245A}" dt="2025-02-26T18:45:41.097" v="22" actId="1076"/>
        <pc:sldMkLst>
          <pc:docMk/>
          <pc:sldMk cId="3229992494" sldId="2122624661"/>
        </pc:sldMkLst>
        <pc:spChg chg="mod">
          <ac:chgData name="Marcos Magalhaes" userId="40e7feb1-b236-4492-ba05-9866385e6df6" providerId="ADAL" clId="{D4774615-1E51-48B4-9B8C-C8FF20CF245A}" dt="2025-02-26T18:45:22.240" v="16" actId="255"/>
          <ac:spMkLst>
            <pc:docMk/>
            <pc:sldMk cId="3229992494" sldId="2122624661"/>
            <ac:spMk id="2" creationId="{316B68A7-0FCC-4C4B-8A36-2669D4CB1C97}"/>
          </ac:spMkLst>
        </pc:spChg>
        <pc:spChg chg="mod">
          <ac:chgData name="Marcos Magalhaes" userId="40e7feb1-b236-4492-ba05-9866385e6df6" providerId="ADAL" clId="{D4774615-1E51-48B4-9B8C-C8FF20CF245A}" dt="2025-02-26T18:45:36.697" v="21" actId="255"/>
          <ac:spMkLst>
            <pc:docMk/>
            <pc:sldMk cId="3229992494" sldId="2122624661"/>
            <ac:spMk id="5" creationId="{00000000-0000-0000-0000-000000000000}"/>
          </ac:spMkLst>
        </pc:spChg>
        <pc:spChg chg="mod">
          <ac:chgData name="Marcos Magalhaes" userId="40e7feb1-b236-4492-ba05-9866385e6df6" providerId="ADAL" clId="{D4774615-1E51-48B4-9B8C-C8FF20CF245A}" dt="2025-02-26T18:45:41.097" v="22" actId="1076"/>
          <ac:spMkLst>
            <pc:docMk/>
            <pc:sldMk cId="3229992494" sldId="2122624661"/>
            <ac:spMk id="11" creationId="{21A42471-8308-54F0-7EBA-130B81091AE1}"/>
          </ac:spMkLst>
        </pc:spChg>
      </pc:sldChg>
      <pc:sldChg chg="modSp mod">
        <pc:chgData name="Marcos Magalhaes" userId="40e7feb1-b236-4492-ba05-9866385e6df6" providerId="ADAL" clId="{D4774615-1E51-48B4-9B8C-C8FF20CF245A}" dt="2025-02-26T18:47:02.942" v="51" actId="20577"/>
        <pc:sldMkLst>
          <pc:docMk/>
          <pc:sldMk cId="2759155929" sldId="2122624669"/>
        </pc:sldMkLst>
        <pc:spChg chg="mod">
          <ac:chgData name="Marcos Magalhaes" userId="40e7feb1-b236-4492-ba05-9866385e6df6" providerId="ADAL" clId="{D4774615-1E51-48B4-9B8C-C8FF20CF245A}" dt="2025-02-26T18:46:36.611" v="39" actId="255"/>
          <ac:spMkLst>
            <pc:docMk/>
            <pc:sldMk cId="2759155929" sldId="2122624669"/>
            <ac:spMk id="2" creationId="{316B68A7-0FCC-4C4B-8A36-2669D4CB1C97}"/>
          </ac:spMkLst>
        </pc:spChg>
        <pc:spChg chg="mod">
          <ac:chgData name="Marcos Magalhaes" userId="40e7feb1-b236-4492-ba05-9866385e6df6" providerId="ADAL" clId="{D4774615-1E51-48B4-9B8C-C8FF20CF245A}" dt="2025-02-26T18:47:02.942" v="51" actId="20577"/>
          <ac:spMkLst>
            <pc:docMk/>
            <pc:sldMk cId="2759155929" sldId="2122624669"/>
            <ac:spMk id="6" creationId="{00000000-0000-0000-0000-000000000000}"/>
          </ac:spMkLst>
        </pc:spChg>
      </pc:sldChg>
      <pc:sldChg chg="delSp modSp mod">
        <pc:chgData name="Marcos Magalhaes" userId="40e7feb1-b236-4492-ba05-9866385e6df6" providerId="ADAL" clId="{D4774615-1E51-48B4-9B8C-C8FF20CF245A}" dt="2025-02-26T18:46:28.087" v="37" actId="255"/>
        <pc:sldMkLst>
          <pc:docMk/>
          <pc:sldMk cId="2376733721" sldId="2122624670"/>
        </pc:sldMkLst>
        <pc:spChg chg="mod">
          <ac:chgData name="Marcos Magalhaes" userId="40e7feb1-b236-4492-ba05-9866385e6df6" providerId="ADAL" clId="{D4774615-1E51-48B4-9B8C-C8FF20CF245A}" dt="2025-02-26T18:45:47.362" v="24" actId="255"/>
          <ac:spMkLst>
            <pc:docMk/>
            <pc:sldMk cId="2376733721" sldId="2122624670"/>
            <ac:spMk id="2" creationId="{316B68A7-0FCC-4C4B-8A36-2669D4CB1C97}"/>
          </ac:spMkLst>
        </pc:spChg>
        <pc:spChg chg="del mod">
          <ac:chgData name="Marcos Magalhaes" userId="40e7feb1-b236-4492-ba05-9866385e6df6" providerId="ADAL" clId="{D4774615-1E51-48B4-9B8C-C8FF20CF245A}" dt="2025-02-26T18:46:02.600" v="30" actId="478"/>
          <ac:spMkLst>
            <pc:docMk/>
            <pc:sldMk cId="2376733721" sldId="2122624670"/>
            <ac:spMk id="3" creationId="{9BF434CC-CCEC-7393-BD04-3CADCFCCCCC1}"/>
          </ac:spMkLst>
        </pc:spChg>
        <pc:spChg chg="mod">
          <ac:chgData name="Marcos Magalhaes" userId="40e7feb1-b236-4492-ba05-9866385e6df6" providerId="ADAL" clId="{D4774615-1E51-48B4-9B8C-C8FF20CF245A}" dt="2025-02-26T18:45:55.046" v="28" actId="255"/>
          <ac:spMkLst>
            <pc:docMk/>
            <pc:sldMk cId="2376733721" sldId="2122624670"/>
            <ac:spMk id="5" creationId="{00000000-0000-0000-0000-000000000000}"/>
          </ac:spMkLst>
        </pc:spChg>
        <pc:spChg chg="mod">
          <ac:chgData name="Marcos Magalhaes" userId="40e7feb1-b236-4492-ba05-9866385e6df6" providerId="ADAL" clId="{D4774615-1E51-48B4-9B8C-C8FF20CF245A}" dt="2025-02-26T18:46:19.080" v="35" actId="2711"/>
          <ac:spMkLst>
            <pc:docMk/>
            <pc:sldMk cId="2376733721" sldId="2122624670"/>
            <ac:spMk id="7" creationId="{43C6EA39-2082-906E-1C1B-5218BDE656AE}"/>
          </ac:spMkLst>
        </pc:spChg>
        <pc:spChg chg="mod">
          <ac:chgData name="Marcos Magalhaes" userId="40e7feb1-b236-4492-ba05-9866385e6df6" providerId="ADAL" clId="{D4774615-1E51-48B4-9B8C-C8FF20CF245A}" dt="2025-02-26T18:46:28.087" v="37" actId="255"/>
          <ac:spMkLst>
            <pc:docMk/>
            <pc:sldMk cId="2376733721" sldId="2122624670"/>
            <ac:spMk id="14" creationId="{BB92A4BC-B3CE-BC1F-6C66-D41DDDD0293B}"/>
          </ac:spMkLst>
        </pc:spChg>
        <pc:cxnChg chg="mod">
          <ac:chgData name="Marcos Magalhaes" userId="40e7feb1-b236-4492-ba05-9866385e6df6" providerId="ADAL" clId="{D4774615-1E51-48B4-9B8C-C8FF20CF245A}" dt="2025-02-26T18:45:47.362" v="24" actId="255"/>
          <ac:cxnSpMkLst>
            <pc:docMk/>
            <pc:sldMk cId="2376733721" sldId="2122624670"/>
            <ac:cxnSpMk id="8" creationId="{0B8D8A56-4609-FD8E-81F0-5DC3F4C9F1A9}"/>
          </ac:cxnSpMkLst>
        </pc:cxnChg>
      </pc:sldChg>
      <pc:sldChg chg="modSp mod">
        <pc:chgData name="Marcos Magalhaes" userId="40e7feb1-b236-4492-ba05-9866385e6df6" providerId="ADAL" clId="{D4774615-1E51-48B4-9B8C-C8FF20CF245A}" dt="2025-02-26T18:47:11.350" v="55" actId="255"/>
        <pc:sldMkLst>
          <pc:docMk/>
          <pc:sldMk cId="2139629825" sldId="2122624671"/>
        </pc:sldMkLst>
        <pc:spChg chg="mod">
          <ac:chgData name="Marcos Magalhaes" userId="40e7feb1-b236-4492-ba05-9866385e6df6" providerId="ADAL" clId="{D4774615-1E51-48B4-9B8C-C8FF20CF245A}" dt="2025-02-26T18:47:07.057" v="53" actId="255"/>
          <ac:spMkLst>
            <pc:docMk/>
            <pc:sldMk cId="2139629825" sldId="2122624671"/>
            <ac:spMk id="2" creationId="{316B68A7-0FCC-4C4B-8A36-2669D4CB1C97}"/>
          </ac:spMkLst>
        </pc:spChg>
        <pc:spChg chg="mod">
          <ac:chgData name="Marcos Magalhaes" userId="40e7feb1-b236-4492-ba05-9866385e6df6" providerId="ADAL" clId="{D4774615-1E51-48B4-9B8C-C8FF20CF245A}" dt="2025-02-26T18:47:11.350" v="55" actId="255"/>
          <ac:spMkLst>
            <pc:docMk/>
            <pc:sldMk cId="2139629825" sldId="2122624671"/>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9DDF34-0552-4036-87C1-D16E59D46247}" type="datetimeFigureOut">
              <a:rPr lang="zh-CN" altLang="en-US" smtClean="0"/>
              <a:t>2025/2/26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AEB295-07B4-4A01-8368-673D2E7CC7A0}" type="slidenum">
              <a:rPr lang="zh-CN" altLang="en-US" smtClean="0"/>
              <a:t>‹#›</a:t>
            </a:fld>
            <a:endParaRPr lang="zh-CN" altLang="en-US"/>
          </a:p>
        </p:txBody>
      </p:sp>
    </p:spTree>
    <p:extLst>
      <p:ext uri="{BB962C8B-B14F-4D97-AF65-F5344CB8AC3E}">
        <p14:creationId xmlns:p14="http://schemas.microsoft.com/office/powerpoint/2010/main" val="3081495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19AEB295-07B4-4A01-8368-673D2E7CC7A0}" type="slidenum">
              <a:rPr lang="zh-CN" altLang="en-US" smtClean="0"/>
              <a:t>1</a:t>
            </a:fld>
            <a:endParaRPr lang="zh-CN" altLang="en-US"/>
          </a:p>
        </p:txBody>
      </p:sp>
    </p:spTree>
    <p:extLst>
      <p:ext uri="{BB962C8B-B14F-4D97-AF65-F5344CB8AC3E}">
        <p14:creationId xmlns:p14="http://schemas.microsoft.com/office/powerpoint/2010/main" val="110867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a:p>
            <a:endParaRPr lang="zh-CN" altLang="en-US" dirty="0"/>
          </a:p>
        </p:txBody>
      </p:sp>
      <p:sp>
        <p:nvSpPr>
          <p:cNvPr id="4" name="灯片编号占位符 3"/>
          <p:cNvSpPr>
            <a:spLocks noGrp="1"/>
          </p:cNvSpPr>
          <p:nvPr>
            <p:ph type="sldNum" sz="quarter" idx="10"/>
          </p:nvPr>
        </p:nvSpPr>
        <p:spPr/>
        <p:txBody>
          <a:bodyPr/>
          <a:lstStyle/>
          <a:p>
            <a:fld id="{19AEB295-07B4-4A01-8368-673D2E7CC7A0}" type="slidenum">
              <a:rPr lang="zh-CN" altLang="en-US" smtClean="0"/>
              <a:t>2</a:t>
            </a:fld>
            <a:endParaRPr lang="zh-CN" altLang="en-US"/>
          </a:p>
        </p:txBody>
      </p:sp>
    </p:spTree>
    <p:extLst>
      <p:ext uri="{BB962C8B-B14F-4D97-AF65-F5344CB8AC3E}">
        <p14:creationId xmlns:p14="http://schemas.microsoft.com/office/powerpoint/2010/main" val="2933931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9AEB295-07B4-4A01-8368-673D2E7CC7A0}" type="slidenum">
              <a:rPr lang="zh-CN" altLang="en-US" smtClean="0"/>
              <a:t>3</a:t>
            </a:fld>
            <a:endParaRPr lang="zh-CN" altLang="en-US"/>
          </a:p>
        </p:txBody>
      </p:sp>
    </p:spTree>
    <p:extLst>
      <p:ext uri="{BB962C8B-B14F-4D97-AF65-F5344CB8AC3E}">
        <p14:creationId xmlns:p14="http://schemas.microsoft.com/office/powerpoint/2010/main" val="2478265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9AEB295-07B4-4A01-8368-673D2E7CC7A0}" type="slidenum">
              <a:rPr lang="zh-CN" altLang="en-US" smtClean="0"/>
              <a:t>4</a:t>
            </a:fld>
            <a:endParaRPr lang="zh-CN" altLang="en-US"/>
          </a:p>
        </p:txBody>
      </p:sp>
    </p:spTree>
    <p:extLst>
      <p:ext uri="{BB962C8B-B14F-4D97-AF65-F5344CB8AC3E}">
        <p14:creationId xmlns:p14="http://schemas.microsoft.com/office/powerpoint/2010/main" val="2343255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9AEB295-07B4-4A01-8368-673D2E7CC7A0}" type="slidenum">
              <a:rPr lang="zh-CN" altLang="en-US" smtClean="0"/>
              <a:t>5</a:t>
            </a:fld>
            <a:endParaRPr lang="zh-CN" altLang="en-US"/>
          </a:p>
        </p:txBody>
      </p:sp>
    </p:spTree>
    <p:extLst>
      <p:ext uri="{BB962C8B-B14F-4D97-AF65-F5344CB8AC3E}">
        <p14:creationId xmlns:p14="http://schemas.microsoft.com/office/powerpoint/2010/main" val="3173469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9AEB295-07B4-4A01-8368-673D2E7CC7A0}" type="slidenum">
              <a:rPr lang="zh-CN" altLang="en-US" smtClean="0"/>
              <a:t>6</a:t>
            </a:fld>
            <a:endParaRPr lang="zh-CN" altLang="en-US"/>
          </a:p>
        </p:txBody>
      </p:sp>
    </p:spTree>
    <p:extLst>
      <p:ext uri="{BB962C8B-B14F-4D97-AF65-F5344CB8AC3E}">
        <p14:creationId xmlns:p14="http://schemas.microsoft.com/office/powerpoint/2010/main" val="8785735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That’s all.</a:t>
            </a:r>
            <a:endParaRPr lang="zh-CN" altLang="en-US" dirty="0"/>
          </a:p>
        </p:txBody>
      </p:sp>
      <p:sp>
        <p:nvSpPr>
          <p:cNvPr id="4" name="灯片编号占位符 3"/>
          <p:cNvSpPr>
            <a:spLocks noGrp="1"/>
          </p:cNvSpPr>
          <p:nvPr>
            <p:ph type="sldNum" sz="quarter" idx="10"/>
          </p:nvPr>
        </p:nvSpPr>
        <p:spPr/>
        <p:txBody>
          <a:bodyPr/>
          <a:lstStyle/>
          <a:p>
            <a:fld id="{19AEB295-07B4-4A01-8368-673D2E7CC7A0}" type="slidenum">
              <a:rPr lang="zh-CN" altLang="en-US" smtClean="0"/>
              <a:t>7</a:t>
            </a:fld>
            <a:endParaRPr lang="zh-CN" altLang="en-US"/>
          </a:p>
        </p:txBody>
      </p:sp>
    </p:spTree>
    <p:extLst>
      <p:ext uri="{BB962C8B-B14F-4D97-AF65-F5344CB8AC3E}">
        <p14:creationId xmlns:p14="http://schemas.microsoft.com/office/powerpoint/2010/main" val="3253034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标题 2"/>
          <p:cNvSpPr>
            <a:spLocks noGrp="1"/>
          </p:cNvSpPr>
          <p:nvPr>
            <p:ph type="title"/>
          </p:nvPr>
        </p:nvSpPr>
        <p:spPr>
          <a:xfrm>
            <a:off x="433754" y="280410"/>
            <a:ext cx="10972800" cy="480131"/>
          </a:xfrm>
        </p:spPr>
        <p:txBody>
          <a:bodyPr/>
          <a:lstStyle/>
          <a:p>
            <a:r>
              <a:rPr lang="zh-CN" altLang="en-US"/>
              <a:t>单击此处编辑母版标题样式</a:t>
            </a:r>
          </a:p>
        </p:txBody>
      </p:sp>
    </p:spTree>
    <p:extLst>
      <p:ext uri="{BB962C8B-B14F-4D97-AF65-F5344CB8AC3E}">
        <p14:creationId xmlns:p14="http://schemas.microsoft.com/office/powerpoint/2010/main" val="2051921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538E40E7-B937-441A-A707-9F500359E119}"/>
              </a:ext>
            </a:extLst>
          </p:cNvPr>
          <p:cNvSpPr>
            <a:spLocks noGrp="1"/>
          </p:cNvSpPr>
          <p:nvPr>
            <p:ph type="title"/>
          </p:nvPr>
        </p:nvSpPr>
        <p:spPr>
          <a:xfrm>
            <a:off x="431372" y="280849"/>
            <a:ext cx="10972800" cy="535531"/>
          </a:xfrm>
          <a:prstGeom prst="rect">
            <a:avLst/>
          </a:prstGeom>
        </p:spPr>
        <p:txBody>
          <a:bodyPr/>
          <a:lstStyle>
            <a:lvl1pPr>
              <a:defRPr>
                <a:solidFill>
                  <a:srgbClr val="C00000"/>
                </a:solidFill>
              </a:defRPr>
            </a:lvl1pPr>
          </a:lstStyle>
          <a:p>
            <a:r>
              <a:rPr lang="zh-CN" altLang="en-US"/>
              <a:t>单击此处编辑母版标题样式</a:t>
            </a:r>
          </a:p>
        </p:txBody>
      </p:sp>
    </p:spTree>
    <p:extLst>
      <p:ext uri="{BB962C8B-B14F-4D97-AF65-F5344CB8AC3E}">
        <p14:creationId xmlns:p14="http://schemas.microsoft.com/office/powerpoint/2010/main" val="814740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538E40E7-B937-441A-A707-9F500359E119}"/>
              </a:ext>
            </a:extLst>
          </p:cNvPr>
          <p:cNvSpPr>
            <a:spLocks noGrp="1"/>
          </p:cNvSpPr>
          <p:nvPr>
            <p:ph type="title"/>
          </p:nvPr>
        </p:nvSpPr>
        <p:spPr>
          <a:xfrm>
            <a:off x="431372" y="272057"/>
            <a:ext cx="10972800" cy="535531"/>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40094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7"/>
            <a:ext cx="10972800" cy="480131"/>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09600" y="6356351"/>
            <a:ext cx="2844800" cy="365125"/>
          </a:xfrm>
          <a:prstGeom prst="rect">
            <a:avLst/>
          </a:prstGeom>
        </p:spPr>
        <p:txBody>
          <a:bodyPr/>
          <a:lstStyle/>
          <a:p>
            <a:fld id="{AA49D1C9-822E-4C01-8466-8484D91A1FDE}" type="datetimeFigureOut">
              <a:rPr lang="zh-CN" altLang="en-US" smtClean="0"/>
              <a:pPr/>
              <a:t>2025/2/26</a:t>
            </a:fld>
            <a:endParaRPr lang="zh-CN" altLang="en-US"/>
          </a:p>
        </p:txBody>
      </p:sp>
      <p:sp>
        <p:nvSpPr>
          <p:cNvPr id="4" name="页脚占位符 3"/>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737600" y="6356351"/>
            <a:ext cx="2844800" cy="365125"/>
          </a:xfrm>
          <a:prstGeom prst="rect">
            <a:avLst/>
          </a:prstGeom>
        </p:spPr>
        <p:txBody>
          <a:bodyPr/>
          <a:lstStyle/>
          <a:p>
            <a:fld id="{3C152090-35C4-461D-93C5-E23C1F833F05}" type="slidenum">
              <a:rPr lang="zh-CN" altLang="en-US" smtClean="0"/>
              <a:pPr/>
              <a:t>‹#›</a:t>
            </a:fld>
            <a:endParaRPr lang="zh-CN" altLang="en-US"/>
          </a:p>
        </p:txBody>
      </p:sp>
    </p:spTree>
    <p:extLst>
      <p:ext uri="{BB962C8B-B14F-4D97-AF65-F5344CB8AC3E}">
        <p14:creationId xmlns:p14="http://schemas.microsoft.com/office/powerpoint/2010/main" val="38394937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1.xml"/><Relationship Id="rId5" Type="http://schemas.openxmlformats.org/officeDocument/2006/relationships/theme" Target="../theme/theme1.xml"/><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对象 1" hidden="1">
            <a:extLst>
              <a:ext uri="{FF2B5EF4-FFF2-40B4-BE49-F238E27FC236}">
                <a16:creationId xmlns:a16="http://schemas.microsoft.com/office/drawing/2014/main" id="{BD515415-B67D-451F-8E2C-C0488C61A48D}"/>
              </a:ext>
            </a:extLst>
          </p:cNvPr>
          <p:cNvGraphicFramePr>
            <a:graphicFrameLocks noChangeAspect="1"/>
          </p:cNvGraphicFramePr>
          <p:nvPr userDrawn="1">
            <p:custDataLst>
              <p:tags r:id="rId6"/>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7" imgW="347" imgH="348" progId="TCLayout.ActiveDocument.1">
                  <p:embed/>
                </p:oleObj>
              </mc:Choice>
              <mc:Fallback>
                <p:oleObj name="think-cell 幻灯片" r:id="rId7" imgW="347" imgH="348" progId="TCLayout.ActiveDocument.1">
                  <p:embed/>
                  <p:pic>
                    <p:nvPicPr>
                      <p:cNvPr id="2" name="对象 1" hidden="1">
                        <a:extLst>
                          <a:ext uri="{FF2B5EF4-FFF2-40B4-BE49-F238E27FC236}">
                            <a16:creationId xmlns:a16="http://schemas.microsoft.com/office/drawing/2014/main" id="{BD515415-B67D-451F-8E2C-C0488C61A48D}"/>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7" name="标题占位符 6">
            <a:extLst>
              <a:ext uri="{FF2B5EF4-FFF2-40B4-BE49-F238E27FC236}">
                <a16:creationId xmlns:a16="http://schemas.microsoft.com/office/drawing/2014/main" id="{FF42DD8A-4D1A-4364-BBCB-D338C720764A}"/>
              </a:ext>
            </a:extLst>
          </p:cNvPr>
          <p:cNvSpPr>
            <a:spLocks noGrp="1"/>
          </p:cNvSpPr>
          <p:nvPr>
            <p:ph type="title"/>
          </p:nvPr>
        </p:nvSpPr>
        <p:spPr>
          <a:xfrm>
            <a:off x="433754" y="254034"/>
            <a:ext cx="10972800" cy="480131"/>
          </a:xfrm>
          <a:prstGeom prst="rect">
            <a:avLst/>
          </a:prstGeom>
        </p:spPr>
        <p:txBody>
          <a:bodyPr vert="horz" lIns="91440" tIns="45720" rIns="91440" bIns="45720" rtlCol="0" anchor="t" anchorCtr="0">
            <a:spAutoFit/>
          </a:bodyPr>
          <a:lstStyle/>
          <a:p>
            <a:r>
              <a:rPr lang="zh-CN" altLang="en-US" dirty="0"/>
              <a:t>单击此处编辑母版标题样式</a:t>
            </a:r>
          </a:p>
        </p:txBody>
      </p:sp>
      <p:pic>
        <p:nvPicPr>
          <p:cNvPr id="8" name="图片 7"/>
          <p:cNvPicPr>
            <a:picLocks noChangeAspect="1"/>
          </p:cNvPicPr>
          <p:nvPr userDrawn="1"/>
        </p:nvPicPr>
        <p:blipFill>
          <a:blip r:embed="rId9"/>
          <a:stretch>
            <a:fillRect/>
          </a:stretch>
        </p:blipFill>
        <p:spPr>
          <a:xfrm>
            <a:off x="245027" y="6517920"/>
            <a:ext cx="2749534" cy="231668"/>
          </a:xfrm>
          <a:prstGeom prst="rect">
            <a:avLst/>
          </a:prstGeom>
        </p:spPr>
      </p:pic>
      <p:sp>
        <p:nvSpPr>
          <p:cNvPr id="9" name="矩形 8"/>
          <p:cNvSpPr/>
          <p:nvPr userDrawn="1"/>
        </p:nvSpPr>
        <p:spPr>
          <a:xfrm>
            <a:off x="0" y="92851"/>
            <a:ext cx="321733" cy="45618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矩形 11"/>
          <p:cNvSpPr/>
          <p:nvPr userDrawn="1"/>
        </p:nvSpPr>
        <p:spPr>
          <a:xfrm>
            <a:off x="109639" y="262303"/>
            <a:ext cx="321733" cy="45618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13" name="Picture 5">
            <a:extLst>
              <a:ext uri="{FF2B5EF4-FFF2-40B4-BE49-F238E27FC236}">
                <a16:creationId xmlns:a16="http://schemas.microsoft.com/office/drawing/2014/main" id="{61BEE26D-A92D-9040-A825-B6D40FB490EE}"/>
              </a:ext>
            </a:extLst>
          </p:cNvPr>
          <p:cNvPicPr>
            <a:picLocks noChangeAspect="1"/>
          </p:cNvPicPr>
          <p:nvPr userDrawn="1"/>
        </p:nvPicPr>
        <p:blipFill>
          <a:blip r:embed="rId10"/>
          <a:stretch>
            <a:fillRect/>
          </a:stretch>
        </p:blipFill>
        <p:spPr>
          <a:xfrm>
            <a:off x="9507377" y="6359086"/>
            <a:ext cx="2932768" cy="409921"/>
          </a:xfrm>
          <a:prstGeom prst="rect">
            <a:avLst/>
          </a:prstGeom>
        </p:spPr>
      </p:pic>
    </p:spTree>
    <p:extLst>
      <p:ext uri="{BB962C8B-B14F-4D97-AF65-F5344CB8AC3E}">
        <p14:creationId xmlns:p14="http://schemas.microsoft.com/office/powerpoint/2010/main" val="294252058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hdr="0" dt="0"/>
  <p:txStyles>
    <p:titleStyle>
      <a:lvl1pPr algn="l" defTabSz="914400" rtl="0" eaLnBrk="1" latinLnBrk="0" hangingPunct="1">
        <a:lnSpc>
          <a:spcPct val="90000"/>
        </a:lnSpc>
        <a:spcBef>
          <a:spcPct val="0"/>
        </a:spcBef>
        <a:buNone/>
        <a:defRPr sz="2800" b="1" kern="1200">
          <a:solidFill>
            <a:srgbClr val="C0000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07DCFFF8-8824-A14B-8D4D-BB31ED9A272B}"/>
              </a:ext>
            </a:extLst>
          </p:cNvPr>
          <p:cNvPicPr>
            <a:picLocks noChangeAspect="1"/>
          </p:cNvPicPr>
          <p:nvPr/>
        </p:nvPicPr>
        <p:blipFill rotWithShape="1">
          <a:blip r:embed="rId3"/>
          <a:srcRect l="6293" r="6293"/>
          <a:stretch/>
        </p:blipFill>
        <p:spPr>
          <a:xfrm>
            <a:off x="0" y="-26612"/>
            <a:ext cx="12192000" cy="6953226"/>
          </a:xfrm>
          <a:prstGeom prst="rect">
            <a:avLst/>
          </a:prstGeom>
        </p:spPr>
      </p:pic>
      <p:sp>
        <p:nvSpPr>
          <p:cNvPr id="3" name="矩形 2">
            <a:extLst>
              <a:ext uri="{FF2B5EF4-FFF2-40B4-BE49-F238E27FC236}">
                <a16:creationId xmlns:a16="http://schemas.microsoft.com/office/drawing/2014/main" id="{EA344B25-997F-BB49-B147-95F6C08DCCDA}"/>
              </a:ext>
            </a:extLst>
          </p:cNvPr>
          <p:cNvSpPr/>
          <p:nvPr/>
        </p:nvSpPr>
        <p:spPr>
          <a:xfrm>
            <a:off x="607244" y="2693485"/>
            <a:ext cx="11195550" cy="553998"/>
          </a:xfrm>
          <a:prstGeom prst="rect">
            <a:avLst/>
          </a:prstGeom>
        </p:spPr>
        <p:txBody>
          <a:bodyPr wrap="square">
            <a:spAutoFit/>
          </a:bodyPr>
          <a:lstStyle/>
          <a:p>
            <a:r>
              <a:rPr lang="en-US" altLang="zh-CN" sz="3000" b="1" spc="300" dirty="0">
                <a:solidFill>
                  <a:schemeClr val="bg1"/>
                </a:solidFill>
                <a:latin typeface="DengXian" panose="02010600030101010101" pitchFamily="2" charset="-122"/>
                <a:ea typeface="DengXian" panose="02010600030101010101" pitchFamily="2" charset="-122"/>
              </a:rPr>
              <a:t>Troubleshooting Heating Plate HS-50F</a:t>
            </a:r>
          </a:p>
        </p:txBody>
      </p:sp>
      <p:pic>
        <p:nvPicPr>
          <p:cNvPr id="5" name="Picture 4" descr="Text, logo&#10;&#10;Description automatically generated">
            <a:extLst>
              <a:ext uri="{FF2B5EF4-FFF2-40B4-BE49-F238E27FC236}">
                <a16:creationId xmlns:a16="http://schemas.microsoft.com/office/drawing/2014/main" id="{D079C995-70D9-1B4B-8AC2-43B2A1B85760}"/>
              </a:ext>
            </a:extLst>
          </p:cNvPr>
          <p:cNvPicPr>
            <a:picLocks noChangeAspect="1"/>
          </p:cNvPicPr>
          <p:nvPr/>
        </p:nvPicPr>
        <p:blipFill>
          <a:blip r:embed="rId4"/>
          <a:stretch>
            <a:fillRect/>
          </a:stretch>
        </p:blipFill>
        <p:spPr>
          <a:xfrm>
            <a:off x="7097486" y="549682"/>
            <a:ext cx="5562003" cy="777416"/>
          </a:xfrm>
          <a:prstGeom prst="rect">
            <a:avLst/>
          </a:prstGeom>
        </p:spPr>
      </p:pic>
      <p:sp>
        <p:nvSpPr>
          <p:cNvPr id="6" name="Rectangle 5"/>
          <p:cNvSpPr txBox="1">
            <a:spLocks noChangeArrowheads="1"/>
          </p:cNvSpPr>
          <p:nvPr/>
        </p:nvSpPr>
        <p:spPr>
          <a:xfrm>
            <a:off x="3578942" y="5131117"/>
            <a:ext cx="8437213" cy="1605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indent="0" fontAlgn="base">
              <a:lnSpc>
                <a:spcPct val="130000"/>
              </a:lnSpc>
              <a:spcBef>
                <a:spcPct val="0"/>
              </a:spcBef>
              <a:spcAft>
                <a:spcPct val="0"/>
              </a:spcAft>
              <a:buClr>
                <a:srgbClr val="C7000B"/>
              </a:buClr>
              <a:buFont typeface="Wingdings" pitchFamily="2" charset="2"/>
              <a:buNone/>
              <a:defRPr sz="2400">
                <a:solidFill>
                  <a:schemeClr val="bg1"/>
                </a:solidFill>
                <a:latin typeface="方正兰亭黑6_GBK" pitchFamily="2" charset="-122"/>
                <a:ea typeface="方正兰亭黑6_GBK" pitchFamily="2" charset="-122"/>
              </a:defRPr>
            </a:lvl1pPr>
            <a:lvl2pPr marL="742950" indent="-285750" eaLnBrk="0" fontAlgn="base" hangingPunct="0">
              <a:lnSpc>
                <a:spcPct val="130000"/>
              </a:lnSpc>
              <a:spcBef>
                <a:spcPct val="0"/>
              </a:spcBef>
              <a:spcAft>
                <a:spcPct val="0"/>
              </a:spcAft>
              <a:buClr>
                <a:srgbClr val="C7000B"/>
              </a:buClr>
              <a:buFont typeface="Wingdings" panose="05000000000000000000" pitchFamily="2" charset="2"/>
              <a:buChar char="l"/>
              <a:defRPr>
                <a:solidFill>
                  <a:srgbClr val="4D4D4D"/>
                </a:solidFill>
              </a:defRPr>
            </a:lvl2pPr>
            <a:lvl3pPr marL="1143000" indent="-228600" eaLnBrk="0" fontAlgn="base" hangingPunct="0">
              <a:lnSpc>
                <a:spcPct val="130000"/>
              </a:lnSpc>
              <a:spcBef>
                <a:spcPct val="0"/>
              </a:spcBef>
              <a:spcAft>
                <a:spcPct val="0"/>
              </a:spcAft>
              <a:buClr>
                <a:srgbClr val="C7000B"/>
              </a:buClr>
              <a:buFont typeface="Wingdings" panose="05000000000000000000" pitchFamily="2" charset="2"/>
              <a:buChar char="l"/>
              <a:defRPr sz="1600">
                <a:solidFill>
                  <a:srgbClr val="4D4D4D"/>
                </a:solidFill>
              </a:defRPr>
            </a:lvl3pPr>
            <a:lvl4pPr marL="1600200" indent="-228600" eaLnBrk="0" fontAlgn="base" hangingPunct="0">
              <a:lnSpc>
                <a:spcPct val="130000"/>
              </a:lnSpc>
              <a:spcBef>
                <a:spcPct val="0"/>
              </a:spcBef>
              <a:spcAft>
                <a:spcPct val="0"/>
              </a:spcAft>
              <a:buClr>
                <a:srgbClr val="C7000B"/>
              </a:buClr>
              <a:buFont typeface="Wingdings" panose="05000000000000000000" pitchFamily="2" charset="2"/>
              <a:buChar char="l"/>
              <a:defRPr sz="1400">
                <a:solidFill>
                  <a:srgbClr val="4D4D4D"/>
                </a:solidFill>
              </a:defRPr>
            </a:lvl4pPr>
            <a:lvl5pPr marL="2057400" indent="-228600" eaLnBrk="0" fontAlgn="base" hangingPunct="0">
              <a:spcBef>
                <a:spcPct val="20000"/>
              </a:spcBef>
              <a:spcAft>
                <a:spcPct val="0"/>
              </a:spcAft>
              <a:buChar char="»"/>
              <a:defRPr sz="2000">
                <a:solidFill>
                  <a:srgbClr val="4D4D4D"/>
                </a:solidFill>
              </a:defRPr>
            </a:lvl5pPr>
            <a:lvl6pPr marL="2514600" indent="-228600" fontAlgn="base">
              <a:spcBef>
                <a:spcPct val="20000"/>
              </a:spcBef>
              <a:spcAft>
                <a:spcPct val="0"/>
              </a:spcAft>
              <a:buChar char="»"/>
              <a:defRPr sz="2000">
                <a:solidFill>
                  <a:srgbClr val="4D4D4D"/>
                </a:solidFill>
              </a:defRPr>
            </a:lvl6pPr>
            <a:lvl7pPr marL="2971800" indent="-228600" fontAlgn="base">
              <a:spcBef>
                <a:spcPct val="20000"/>
              </a:spcBef>
              <a:spcAft>
                <a:spcPct val="0"/>
              </a:spcAft>
              <a:buChar char="»"/>
              <a:defRPr sz="2000">
                <a:solidFill>
                  <a:srgbClr val="4D4D4D"/>
                </a:solidFill>
              </a:defRPr>
            </a:lvl7pPr>
            <a:lvl8pPr marL="3429000" indent="-228600" fontAlgn="base">
              <a:spcBef>
                <a:spcPct val="20000"/>
              </a:spcBef>
              <a:spcAft>
                <a:spcPct val="0"/>
              </a:spcAft>
              <a:buChar char="»"/>
              <a:defRPr sz="2000">
                <a:solidFill>
                  <a:srgbClr val="4D4D4D"/>
                </a:solidFill>
              </a:defRPr>
            </a:lvl8pPr>
            <a:lvl9pPr marL="3886200" indent="-228600" fontAlgn="base">
              <a:spcBef>
                <a:spcPct val="20000"/>
              </a:spcBef>
              <a:spcAft>
                <a:spcPct val="0"/>
              </a:spcAft>
              <a:buChar char="»"/>
              <a:defRPr sz="2000">
                <a:solidFill>
                  <a:srgbClr val="4D4D4D"/>
                </a:solidFill>
              </a:defRPr>
            </a:lvl9pPr>
          </a:lstStyle>
          <a:p>
            <a:pPr algn="r">
              <a:spcBef>
                <a:spcPct val="50000"/>
              </a:spcBef>
            </a:pPr>
            <a:r>
              <a:rPr lang="en-US" altLang="zh-CN" sz="1400" dirty="0">
                <a:latin typeface="DengXian" panose="02010600030101010101" pitchFamily="2" charset="-122"/>
                <a:ea typeface="DengXian" panose="02010600030101010101" pitchFamily="2" charset="-122"/>
              </a:rPr>
              <a:t>--- Marcos Magalhaes</a:t>
            </a:r>
          </a:p>
          <a:p>
            <a:pPr algn="r">
              <a:spcBef>
                <a:spcPct val="50000"/>
              </a:spcBef>
            </a:pPr>
            <a:r>
              <a:rPr lang="en-US" altLang="zh-CN" sz="1400" dirty="0">
                <a:latin typeface="DengXian" panose="02010600030101010101" pitchFamily="2" charset="-122"/>
                <a:ea typeface="DengXian" panose="02010600030101010101" pitchFamily="2" charset="-122"/>
              </a:rPr>
              <a:t>MIS Customer Service Department – Mindray Brazil</a:t>
            </a:r>
            <a:endParaRPr lang="zh-CN" altLang="en-US" sz="1400" dirty="0">
              <a:latin typeface="DengXian" panose="02010600030101010101" pitchFamily="2" charset="-122"/>
              <a:ea typeface="DengXian" panose="02010600030101010101" pitchFamily="2" charset="-122"/>
            </a:endParaRPr>
          </a:p>
          <a:p>
            <a:pPr lvl="0">
              <a:defRPr/>
            </a:pPr>
            <a:endParaRPr lang="zh-CN" altLang="en-US" sz="1400" dirty="0">
              <a:solidFill>
                <a:srgbClr val="C00000"/>
              </a:solidFill>
              <a:latin typeface="DengXian" panose="02010600030101010101" pitchFamily="2" charset="-122"/>
              <a:ea typeface="DengXian" panose="02010600030101010101" pitchFamily="2" charset="-122"/>
            </a:endParaRPr>
          </a:p>
          <a:p>
            <a:endParaRPr lang="zh-CN" altLang="en-US" sz="1800" dirty="0"/>
          </a:p>
        </p:txBody>
      </p:sp>
    </p:spTree>
    <p:extLst>
      <p:ext uri="{BB962C8B-B14F-4D97-AF65-F5344CB8AC3E}">
        <p14:creationId xmlns:p14="http://schemas.microsoft.com/office/powerpoint/2010/main" val="1386677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B68A7-0FCC-4C4B-8A36-2669D4CB1C97}"/>
              </a:ext>
            </a:extLst>
          </p:cNvPr>
          <p:cNvSpPr>
            <a:spLocks noGrp="1"/>
          </p:cNvSpPr>
          <p:nvPr>
            <p:ph type="title"/>
          </p:nvPr>
        </p:nvSpPr>
        <p:spPr>
          <a:xfrm>
            <a:off x="501445" y="276492"/>
            <a:ext cx="10972800" cy="369332"/>
          </a:xfrm>
        </p:spPr>
        <p:txBody>
          <a:bodyPr/>
          <a:lstStyle/>
          <a:p>
            <a:r>
              <a:rPr lang="en-US" altLang="zh-CN" sz="2000" dirty="0">
                <a:latin typeface="DengXian" panose="02010600030101010101" pitchFamily="2" charset="-122"/>
                <a:ea typeface="DengXian" panose="02010600030101010101" pitchFamily="2" charset="-122"/>
                <a:cs typeface="Calibri" panose="020F0502020204030204" pitchFamily="34" charset="0"/>
              </a:rPr>
              <a:t>Defect</a:t>
            </a:r>
          </a:p>
        </p:txBody>
      </p:sp>
      <p:sp>
        <p:nvSpPr>
          <p:cNvPr id="6" name="矩形 5"/>
          <p:cNvSpPr/>
          <p:nvPr/>
        </p:nvSpPr>
        <p:spPr>
          <a:xfrm>
            <a:off x="501445" y="939783"/>
            <a:ext cx="10530348" cy="705834"/>
          </a:xfrm>
          <a:prstGeom prst="rect">
            <a:avLst/>
          </a:prstGeom>
        </p:spPr>
        <p:txBody>
          <a:bodyPr wrap="square">
            <a:spAutoFit/>
          </a:bodyPr>
          <a:lstStyle/>
          <a:p>
            <a:pPr lvl="0">
              <a:lnSpc>
                <a:spcPct val="150000"/>
              </a:lnSpc>
            </a:pPr>
            <a:r>
              <a:rPr lang="en-US" altLang="zh-CN" sz="1400" b="1" kern="100" dirty="0">
                <a:solidFill>
                  <a:schemeClr val="accent1"/>
                </a:solidFill>
                <a:latin typeface="DengXian" panose="02010600030101010101" pitchFamily="2" charset="-122"/>
                <a:ea typeface="DengXian" panose="02010600030101010101" pitchFamily="2" charset="-122"/>
                <a:cs typeface="Times New Roman" panose="02020603050405020304" pitchFamily="18" charset="0"/>
              </a:rPr>
              <a:t>Background</a:t>
            </a:r>
            <a:r>
              <a:rPr lang="zh-CN" altLang="en-US" sz="1400" b="1" kern="100" dirty="0">
                <a:latin typeface="DengXian" panose="02010600030101010101" pitchFamily="2" charset="-122"/>
                <a:ea typeface="DengXian" panose="02010600030101010101" pitchFamily="2" charset="-122"/>
                <a:cs typeface="Times New Roman" panose="02020603050405020304" pitchFamily="18" charset="0"/>
              </a:rPr>
              <a:t>： </a:t>
            </a:r>
            <a:r>
              <a:rPr lang="en-US" altLang="zh-CN" sz="1400" b="1" kern="100" dirty="0">
                <a:latin typeface="DengXian" panose="02010600030101010101" pitchFamily="2" charset="-122"/>
                <a:ea typeface="DengXian" panose="02010600030101010101" pitchFamily="2" charset="-122"/>
                <a:cs typeface="Times New Roman" panose="02020603050405020304" pitchFamily="18" charset="0"/>
              </a:rPr>
              <a:t>When you turn on the insufflator, with the heating pipe disconnected, the heating icon remains on, and when you check the heating temperature in the service menu, there is a discrepancy, because the normal temperature is ~30°C. </a:t>
            </a:r>
          </a:p>
        </p:txBody>
      </p:sp>
      <p:pic>
        <p:nvPicPr>
          <p:cNvPr id="4" name="Picture 3">
            <a:extLst>
              <a:ext uri="{FF2B5EF4-FFF2-40B4-BE49-F238E27FC236}">
                <a16:creationId xmlns:a16="http://schemas.microsoft.com/office/drawing/2014/main" id="{A53C9ED1-DB69-31CF-E29C-AB3AC67F77E7}"/>
              </a:ext>
            </a:extLst>
          </p:cNvPr>
          <p:cNvPicPr>
            <a:picLocks noChangeAspect="1"/>
          </p:cNvPicPr>
          <p:nvPr/>
        </p:nvPicPr>
        <p:blipFill>
          <a:blip r:embed="rId3"/>
          <a:stretch>
            <a:fillRect/>
          </a:stretch>
        </p:blipFill>
        <p:spPr>
          <a:xfrm>
            <a:off x="501445" y="2761693"/>
            <a:ext cx="5092343" cy="2872190"/>
          </a:xfrm>
          <a:prstGeom prst="rect">
            <a:avLst/>
          </a:prstGeom>
        </p:spPr>
      </p:pic>
      <p:pic>
        <p:nvPicPr>
          <p:cNvPr id="10" name="Picture 9">
            <a:extLst>
              <a:ext uri="{FF2B5EF4-FFF2-40B4-BE49-F238E27FC236}">
                <a16:creationId xmlns:a16="http://schemas.microsoft.com/office/drawing/2014/main" id="{C49910A4-6F9C-FC5D-8AF3-1A7F64119BBC}"/>
              </a:ext>
            </a:extLst>
          </p:cNvPr>
          <p:cNvPicPr>
            <a:picLocks noChangeAspect="1"/>
          </p:cNvPicPr>
          <p:nvPr/>
        </p:nvPicPr>
        <p:blipFill>
          <a:blip r:embed="rId4"/>
          <a:stretch>
            <a:fillRect/>
          </a:stretch>
        </p:blipFill>
        <p:spPr>
          <a:xfrm>
            <a:off x="5689668" y="2761694"/>
            <a:ext cx="5200696" cy="2872190"/>
          </a:xfrm>
          <a:prstGeom prst="rect">
            <a:avLst/>
          </a:prstGeom>
        </p:spPr>
      </p:pic>
      <p:pic>
        <p:nvPicPr>
          <p:cNvPr id="12" name="Graphic 11" descr="Close with solid fill">
            <a:extLst>
              <a:ext uri="{FF2B5EF4-FFF2-40B4-BE49-F238E27FC236}">
                <a16:creationId xmlns:a16="http://schemas.microsoft.com/office/drawing/2014/main" id="{B5509097-DAAF-FB3D-85C1-35E583C6B37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40059" y="5176683"/>
            <a:ext cx="914400" cy="914400"/>
          </a:xfrm>
          <a:prstGeom prst="rect">
            <a:avLst/>
          </a:prstGeom>
        </p:spPr>
      </p:pic>
      <p:pic>
        <p:nvPicPr>
          <p:cNvPr id="13" name="Graphic 12" descr="Close with solid fill">
            <a:extLst>
              <a:ext uri="{FF2B5EF4-FFF2-40B4-BE49-F238E27FC236}">
                <a16:creationId xmlns:a16="http://schemas.microsoft.com/office/drawing/2014/main" id="{45C9144E-9CE6-4FB0-7CC4-A6DA63AB2D4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33164" y="5052176"/>
            <a:ext cx="914400" cy="914400"/>
          </a:xfrm>
          <a:prstGeom prst="rect">
            <a:avLst/>
          </a:prstGeom>
        </p:spPr>
      </p:pic>
    </p:spTree>
    <p:extLst>
      <p:ext uri="{BB962C8B-B14F-4D97-AF65-F5344CB8AC3E}">
        <p14:creationId xmlns:p14="http://schemas.microsoft.com/office/powerpoint/2010/main" val="25778582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B68A7-0FCC-4C4B-8A36-2669D4CB1C97}"/>
              </a:ext>
            </a:extLst>
          </p:cNvPr>
          <p:cNvSpPr>
            <a:spLocks noGrp="1"/>
          </p:cNvSpPr>
          <p:nvPr>
            <p:ph type="title"/>
          </p:nvPr>
        </p:nvSpPr>
        <p:spPr>
          <a:xfrm>
            <a:off x="462116" y="291422"/>
            <a:ext cx="10972800" cy="369332"/>
          </a:xfrm>
        </p:spPr>
        <p:txBody>
          <a:bodyPr/>
          <a:lstStyle/>
          <a:p>
            <a:r>
              <a:rPr lang="en-US" altLang="zh-CN" sz="2000" dirty="0">
                <a:latin typeface="DengXian" panose="02010600030101010101" pitchFamily="2" charset="-122"/>
                <a:ea typeface="DengXian" panose="02010600030101010101" pitchFamily="2" charset="-122"/>
                <a:cs typeface="Calibri" panose="020F0502020204030204" pitchFamily="34" charset="0"/>
              </a:rPr>
              <a:t>Previous Verification</a:t>
            </a:r>
          </a:p>
        </p:txBody>
      </p:sp>
      <p:sp>
        <p:nvSpPr>
          <p:cNvPr id="5" name="矩形 4"/>
          <p:cNvSpPr/>
          <p:nvPr/>
        </p:nvSpPr>
        <p:spPr>
          <a:xfrm>
            <a:off x="204313" y="840650"/>
            <a:ext cx="6863862" cy="5313442"/>
          </a:xfrm>
          <a:prstGeom prst="rect">
            <a:avLst/>
          </a:prstGeom>
        </p:spPr>
        <p:txBody>
          <a:bodyPr wrap="square">
            <a:spAutoFit/>
          </a:bodyPr>
          <a:lstStyle/>
          <a:p>
            <a:pPr lvl="0">
              <a:lnSpc>
                <a:spcPct val="150000"/>
              </a:lnSpc>
            </a:pPr>
            <a:r>
              <a:rPr lang="en-US" altLang="zh-CN" sz="1100" b="1" kern="100" dirty="0">
                <a:latin typeface="DengXian" panose="02010600030101010101" pitchFamily="2" charset="-122"/>
                <a:ea typeface="DengXian" panose="02010600030101010101" pitchFamily="2" charset="-122"/>
                <a:cs typeface="Times New Roman" panose="02020603050405020304" pitchFamily="18" charset="0"/>
              </a:rPr>
              <a:t>Crosscheck required:</a:t>
            </a:r>
          </a:p>
          <a:p>
            <a:pPr lvl="0">
              <a:lnSpc>
                <a:spcPct val="150000"/>
              </a:lnSpc>
            </a:pPr>
            <a:r>
              <a:rPr lang="zh-CN" altLang="en-US" sz="1100" b="1" kern="100" dirty="0">
                <a:latin typeface="DengXian" panose="02010600030101010101" pitchFamily="2" charset="-122"/>
                <a:ea typeface="DengXian" panose="02010600030101010101" pitchFamily="2" charset="-122"/>
                <a:cs typeface="Times New Roman" panose="02020603050405020304" pitchFamily="18" charset="0"/>
              </a:rPr>
              <a:t>①</a:t>
            </a:r>
            <a:r>
              <a:rPr lang="en-US" altLang="zh-CN" sz="1100" b="1" kern="100" dirty="0">
                <a:latin typeface="DengXian" panose="02010600030101010101" pitchFamily="2" charset="-122"/>
                <a:ea typeface="DengXian" panose="02010600030101010101" pitchFamily="2" charset="-122"/>
                <a:cs typeface="Times New Roman" panose="02020603050405020304" pitchFamily="18" charset="0"/>
              </a:rPr>
              <a:t> Connecting the blower heating pipe:</a:t>
            </a:r>
          </a:p>
          <a:p>
            <a:pPr marL="285750" indent="-285750">
              <a:buFont typeface="Arial" panose="020B0604020202020204" pitchFamily="34" charset="0"/>
              <a:buChar char="•"/>
            </a:pPr>
            <a:r>
              <a:rPr lang="en-US" altLang="zh-CN" sz="1100" dirty="0">
                <a:solidFill>
                  <a:srgbClr val="C00000"/>
                </a:solidFill>
                <a:latin typeface="DengXian" panose="02010600030101010101" pitchFamily="2" charset="-122"/>
                <a:ea typeface="DengXian" panose="02010600030101010101" pitchFamily="2" charset="-122"/>
              </a:rPr>
              <a:t>Due to the use of the damaged cable, there was damage to </a:t>
            </a:r>
          </a:p>
          <a:p>
            <a:r>
              <a:rPr lang="en-US" altLang="zh-CN" sz="1100" dirty="0">
                <a:solidFill>
                  <a:srgbClr val="C00000"/>
                </a:solidFill>
                <a:latin typeface="DengXian" panose="02010600030101010101" pitchFamily="2" charset="-122"/>
                <a:ea typeface="DengXian" panose="02010600030101010101" pitchFamily="2" charset="-122"/>
              </a:rPr>
              <a:t>the on the heating plate, which is responsible for sending </a:t>
            </a:r>
          </a:p>
          <a:p>
            <a:r>
              <a:rPr lang="en-US" altLang="zh-CN" sz="1100" dirty="0">
                <a:solidFill>
                  <a:srgbClr val="C00000"/>
                </a:solidFill>
                <a:latin typeface="DengXian" panose="02010600030101010101" pitchFamily="2" charset="-122"/>
                <a:ea typeface="DengXian" panose="02010600030101010101" pitchFamily="2" charset="-122"/>
              </a:rPr>
              <a:t>data to the main board, with the connection of the heating </a:t>
            </a:r>
          </a:p>
          <a:p>
            <a:r>
              <a:rPr lang="en-US" altLang="zh-CN" sz="1100" dirty="0">
                <a:solidFill>
                  <a:srgbClr val="C00000"/>
                </a:solidFill>
                <a:latin typeface="DengXian" panose="02010600030101010101" pitchFamily="2" charset="-122"/>
                <a:ea typeface="DengXian" panose="02010600030101010101" pitchFamily="2" charset="-122"/>
              </a:rPr>
              <a:t>cable and measuring the temperature of the heating element.</a:t>
            </a:r>
          </a:p>
          <a:p>
            <a:endParaRPr lang="en-US" altLang="zh-CN" sz="1100" dirty="0">
              <a:solidFill>
                <a:srgbClr val="C00000"/>
              </a:solidFill>
              <a:latin typeface="DengXian" panose="02010600030101010101" pitchFamily="2" charset="-122"/>
              <a:ea typeface="DengXian" panose="02010600030101010101" pitchFamily="2" charset="-122"/>
            </a:endParaRPr>
          </a:p>
          <a:p>
            <a:r>
              <a:rPr lang="en-US" altLang="zh-CN" sz="1100" dirty="0">
                <a:solidFill>
                  <a:srgbClr val="C00000"/>
                </a:solidFill>
                <a:latin typeface="DengXian" panose="02010600030101010101" pitchFamily="2" charset="-122"/>
                <a:ea typeface="DengXian" panose="02010600030101010101" pitchFamily="2" charset="-122"/>
              </a:rPr>
              <a:t>It is therefore extremely important to check all the</a:t>
            </a:r>
          </a:p>
          <a:p>
            <a:r>
              <a:rPr lang="en-US" altLang="zh-CN" sz="1100" dirty="0">
                <a:solidFill>
                  <a:srgbClr val="C00000"/>
                </a:solidFill>
                <a:latin typeface="DengXian" panose="02010600030101010101" pitchFamily="2" charset="-122"/>
                <a:ea typeface="DengXian" panose="02010600030101010101" pitchFamily="2" charset="-122"/>
              </a:rPr>
              <a:t>circuit of the heating system.</a:t>
            </a:r>
          </a:p>
          <a:p>
            <a:pPr lvl="0">
              <a:lnSpc>
                <a:spcPct val="150000"/>
              </a:lnSpc>
            </a:pPr>
            <a:endParaRPr lang="en-US" altLang="zh-CN" sz="1100" b="1" kern="100" dirty="0">
              <a:latin typeface="DengXian" panose="02010600030101010101" pitchFamily="2" charset="-122"/>
              <a:ea typeface="DengXian" panose="02010600030101010101" pitchFamily="2" charset="-122"/>
              <a:cs typeface="Times New Roman" panose="02020603050405020304" pitchFamily="18" charset="0"/>
            </a:endParaRPr>
          </a:p>
          <a:p>
            <a:pPr lvl="0">
              <a:lnSpc>
                <a:spcPct val="150000"/>
              </a:lnSpc>
            </a:pPr>
            <a:r>
              <a:rPr lang="zh-CN" altLang="en-US" sz="1100" b="1" kern="100" dirty="0">
                <a:latin typeface="DengXian" panose="02010600030101010101" pitchFamily="2" charset="-122"/>
                <a:ea typeface="DengXian" panose="02010600030101010101" pitchFamily="2" charset="-122"/>
                <a:cs typeface="Times New Roman" panose="02020603050405020304" pitchFamily="18" charset="0"/>
              </a:rPr>
              <a:t>②</a:t>
            </a:r>
            <a:r>
              <a:rPr lang="en-US" altLang="zh-CN" sz="1100" b="1" kern="100" dirty="0">
                <a:latin typeface="DengXian" panose="02010600030101010101" pitchFamily="2" charset="-122"/>
                <a:ea typeface="DengXian" panose="02010600030101010101" pitchFamily="2" charset="-122"/>
                <a:cs typeface="Times New Roman" panose="02020603050405020304" pitchFamily="18" charset="0"/>
              </a:rPr>
              <a:t> Checking LED D6 on the heating board :</a:t>
            </a:r>
          </a:p>
          <a:p>
            <a:endParaRPr lang="en-US" altLang="zh-CN" sz="1100" dirty="0">
              <a:solidFill>
                <a:srgbClr val="C00000"/>
              </a:solidFill>
              <a:latin typeface="DengXian" panose="02010600030101010101" pitchFamily="2" charset="-122"/>
              <a:ea typeface="DengXian" panose="02010600030101010101" pitchFamily="2" charset="-122"/>
            </a:endParaRPr>
          </a:p>
          <a:p>
            <a:pPr marL="285750" indent="-285750">
              <a:buFont typeface="Arial" panose="020B0604020202020204" pitchFamily="34" charset="0"/>
              <a:buChar char="•"/>
            </a:pPr>
            <a:r>
              <a:rPr lang="en-US" altLang="zh-CN" sz="1100" dirty="0">
                <a:solidFill>
                  <a:srgbClr val="C00000"/>
                </a:solidFill>
                <a:latin typeface="DengXian" panose="02010600030101010101" pitchFamily="2" charset="-122"/>
                <a:ea typeface="DengXian" panose="02010600030101010101" pitchFamily="2" charset="-122"/>
              </a:rPr>
              <a:t>Another point to check is whether the D6 LED on the heating </a:t>
            </a:r>
          </a:p>
          <a:p>
            <a:r>
              <a:rPr lang="en-US" altLang="zh-CN" sz="1100" dirty="0">
                <a:solidFill>
                  <a:srgbClr val="C00000"/>
                </a:solidFill>
                <a:latin typeface="DengXian" panose="02010600030101010101" pitchFamily="2" charset="-122"/>
                <a:ea typeface="DengXian" panose="02010600030101010101" pitchFamily="2" charset="-122"/>
              </a:rPr>
              <a:t>plate is on, even with the heating cable disconnected. </a:t>
            </a:r>
          </a:p>
          <a:p>
            <a:r>
              <a:rPr lang="en-US" altLang="zh-CN" sz="1100" dirty="0">
                <a:solidFill>
                  <a:srgbClr val="C00000"/>
                </a:solidFill>
                <a:latin typeface="DengXian" panose="02010600030101010101" pitchFamily="2" charset="-122"/>
                <a:ea typeface="DengXian" panose="02010600030101010101" pitchFamily="2" charset="-122"/>
              </a:rPr>
              <a:t>If it is, this is an indication that the heating plate is damaged.</a:t>
            </a:r>
          </a:p>
          <a:p>
            <a:endParaRPr lang="en-US" altLang="zh-CN" sz="1600" dirty="0">
              <a:solidFill>
                <a:srgbClr val="C00000"/>
              </a:solidFill>
            </a:endParaRPr>
          </a:p>
          <a:p>
            <a:endParaRPr lang="en-US" altLang="zh-CN" sz="1600" dirty="0">
              <a:solidFill>
                <a:srgbClr val="C00000"/>
              </a:solidFill>
            </a:endParaRPr>
          </a:p>
          <a:p>
            <a:endParaRPr lang="en-US" altLang="zh-CN" sz="1600" dirty="0">
              <a:solidFill>
                <a:srgbClr val="C00000"/>
              </a:solidFill>
            </a:endParaRPr>
          </a:p>
          <a:p>
            <a:pPr marL="342900" lvl="0" indent="-342900">
              <a:lnSpc>
                <a:spcPct val="150000"/>
              </a:lnSpc>
              <a:buFont typeface="+mj-ea"/>
              <a:buAutoNum type="circleNumDbPlain"/>
            </a:pPr>
            <a:endParaRPr lang="pt-BR" altLang="zh-CN" sz="2400" b="1" kern="100" dirty="0">
              <a:latin typeface="Calibri" panose="020F0502020204030204" pitchFamily="34" charset="0"/>
              <a:ea typeface="微软雅黑" panose="020B0503020204020204" pitchFamily="34" charset="-122"/>
              <a:cs typeface="Times New Roman" panose="02020603050405020304" pitchFamily="18" charset="0"/>
            </a:endParaRPr>
          </a:p>
          <a:p>
            <a:pPr marL="342900" lvl="0" indent="-342900">
              <a:lnSpc>
                <a:spcPct val="150000"/>
              </a:lnSpc>
              <a:buFont typeface="+mj-ea"/>
              <a:buAutoNum type="circleNumDbPlain"/>
            </a:pPr>
            <a:endParaRPr lang="zh-CN" altLang="zh-CN" sz="2400" b="1" kern="100" dirty="0">
              <a:latin typeface="Calibri" panose="020F0502020204030204" pitchFamily="34" charset="0"/>
              <a:ea typeface="微软雅黑" panose="020B0503020204020204" pitchFamily="34" charset="-122"/>
              <a:cs typeface="Times New Roman" panose="02020603050405020304" pitchFamily="18" charset="0"/>
            </a:endParaRPr>
          </a:p>
          <a:p>
            <a:pPr lvl="0">
              <a:lnSpc>
                <a:spcPct val="150000"/>
              </a:lnSpc>
            </a:pPr>
            <a:endParaRPr lang="zh-CN" altLang="zh-CN" sz="2400" b="1" kern="100" dirty="0">
              <a:latin typeface="Calibri" panose="020F0502020204030204" pitchFamily="34" charset="0"/>
              <a:ea typeface="微软雅黑" panose="020B0503020204020204" pitchFamily="34" charset="-122"/>
              <a:cs typeface="Times New Roman" panose="02020603050405020304" pitchFamily="18" charset="0"/>
            </a:endParaRPr>
          </a:p>
        </p:txBody>
      </p:sp>
      <p:pic>
        <p:nvPicPr>
          <p:cNvPr id="6" name="Picture 5">
            <a:extLst>
              <a:ext uri="{FF2B5EF4-FFF2-40B4-BE49-F238E27FC236}">
                <a16:creationId xmlns:a16="http://schemas.microsoft.com/office/drawing/2014/main" id="{9D1977AD-DB09-0131-F3C8-CA32B3FEC82B}"/>
              </a:ext>
            </a:extLst>
          </p:cNvPr>
          <p:cNvPicPr>
            <a:picLocks noChangeAspect="1"/>
          </p:cNvPicPr>
          <p:nvPr/>
        </p:nvPicPr>
        <p:blipFill>
          <a:blip r:embed="rId3"/>
          <a:stretch>
            <a:fillRect/>
          </a:stretch>
        </p:blipFill>
        <p:spPr>
          <a:xfrm>
            <a:off x="6741182" y="139225"/>
            <a:ext cx="2818334" cy="3119699"/>
          </a:xfrm>
          <a:prstGeom prst="rect">
            <a:avLst/>
          </a:prstGeom>
        </p:spPr>
      </p:pic>
      <p:pic>
        <p:nvPicPr>
          <p:cNvPr id="10" name="Picture 9">
            <a:extLst>
              <a:ext uri="{FF2B5EF4-FFF2-40B4-BE49-F238E27FC236}">
                <a16:creationId xmlns:a16="http://schemas.microsoft.com/office/drawing/2014/main" id="{F30933E3-3E91-035B-4A5F-A1AD6A28F68D}"/>
              </a:ext>
            </a:extLst>
          </p:cNvPr>
          <p:cNvPicPr>
            <a:picLocks noChangeAspect="1"/>
          </p:cNvPicPr>
          <p:nvPr/>
        </p:nvPicPr>
        <p:blipFill>
          <a:blip r:embed="rId4"/>
          <a:stretch>
            <a:fillRect/>
          </a:stretch>
        </p:blipFill>
        <p:spPr>
          <a:xfrm>
            <a:off x="6741183" y="3344806"/>
            <a:ext cx="3867824" cy="2961714"/>
          </a:xfrm>
          <a:prstGeom prst="rect">
            <a:avLst/>
          </a:prstGeom>
        </p:spPr>
      </p:pic>
      <p:sp>
        <p:nvSpPr>
          <p:cNvPr id="11" name="文本框 16">
            <a:extLst>
              <a:ext uri="{FF2B5EF4-FFF2-40B4-BE49-F238E27FC236}">
                <a16:creationId xmlns:a16="http://schemas.microsoft.com/office/drawing/2014/main" id="{21A42471-8308-54F0-7EBA-130B81091AE1}"/>
              </a:ext>
            </a:extLst>
          </p:cNvPr>
          <p:cNvSpPr txBox="1"/>
          <p:nvPr/>
        </p:nvSpPr>
        <p:spPr>
          <a:xfrm>
            <a:off x="0" y="3993889"/>
            <a:ext cx="6238609" cy="523220"/>
          </a:xfrm>
          <a:prstGeom prst="rect">
            <a:avLst/>
          </a:prstGeom>
          <a:noFill/>
        </p:spPr>
        <p:txBody>
          <a:bodyPr wrap="square" rtlCol="0">
            <a:spAutoFit/>
          </a:bodyPr>
          <a:lstStyle/>
          <a:p>
            <a:pPr algn="ctr"/>
            <a:r>
              <a:rPr lang="en-US" altLang="zh-CN" sz="1400" b="1" dirty="0">
                <a:latin typeface="DengXian" panose="02010600030101010101" pitchFamily="2" charset="-122"/>
                <a:ea typeface="DengXian" panose="02010600030101010101" pitchFamily="2" charset="-122"/>
              </a:rPr>
              <a:t>**If one of these recommendations occurs, the heating plate should be replaced.**</a:t>
            </a:r>
          </a:p>
        </p:txBody>
      </p:sp>
    </p:spTree>
    <p:extLst>
      <p:ext uri="{BB962C8B-B14F-4D97-AF65-F5344CB8AC3E}">
        <p14:creationId xmlns:p14="http://schemas.microsoft.com/office/powerpoint/2010/main" val="32299924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B68A7-0FCC-4C4B-8A36-2669D4CB1C97}"/>
              </a:ext>
            </a:extLst>
          </p:cNvPr>
          <p:cNvSpPr>
            <a:spLocks noGrp="1"/>
          </p:cNvSpPr>
          <p:nvPr>
            <p:ph type="title"/>
          </p:nvPr>
        </p:nvSpPr>
        <p:spPr>
          <a:xfrm>
            <a:off x="462116" y="291422"/>
            <a:ext cx="10972800" cy="369332"/>
          </a:xfrm>
        </p:spPr>
        <p:txBody>
          <a:bodyPr/>
          <a:lstStyle/>
          <a:p>
            <a:r>
              <a:rPr lang="en-US" altLang="zh-CN" sz="2000" dirty="0">
                <a:latin typeface="DengXian" panose="02010600030101010101" pitchFamily="2" charset="-122"/>
                <a:ea typeface="DengXian" panose="02010600030101010101" pitchFamily="2" charset="-122"/>
                <a:cs typeface="Calibri" panose="020F0502020204030204" pitchFamily="34" charset="0"/>
              </a:rPr>
              <a:t>Repair Process</a:t>
            </a:r>
          </a:p>
        </p:txBody>
      </p:sp>
      <p:sp>
        <p:nvSpPr>
          <p:cNvPr id="5" name="矩形 4"/>
          <p:cNvSpPr/>
          <p:nvPr/>
        </p:nvSpPr>
        <p:spPr>
          <a:xfrm>
            <a:off x="204313" y="840650"/>
            <a:ext cx="5331248" cy="6259855"/>
          </a:xfrm>
          <a:prstGeom prst="rect">
            <a:avLst/>
          </a:prstGeom>
        </p:spPr>
        <p:txBody>
          <a:bodyPr wrap="square">
            <a:spAutoFit/>
          </a:bodyPr>
          <a:lstStyle/>
          <a:p>
            <a:pPr lvl="0">
              <a:lnSpc>
                <a:spcPct val="150000"/>
              </a:lnSpc>
            </a:pPr>
            <a:r>
              <a:rPr lang="zh-CN" altLang="en-US" sz="1100" b="1" kern="100" dirty="0">
                <a:latin typeface="DengXian" panose="02010600030101010101" pitchFamily="2" charset="-122"/>
                <a:ea typeface="DengXian" panose="02010600030101010101" pitchFamily="2" charset="-122"/>
                <a:cs typeface="Times New Roman" panose="02020603050405020304" pitchFamily="18" charset="0"/>
              </a:rPr>
              <a:t>①</a:t>
            </a:r>
            <a:r>
              <a:rPr lang="en-US" altLang="zh-CN" sz="1100" b="1" kern="100" dirty="0">
                <a:latin typeface="DengXian" panose="02010600030101010101" pitchFamily="2" charset="-122"/>
                <a:ea typeface="DengXian" panose="02010600030101010101" pitchFamily="2" charset="-122"/>
                <a:cs typeface="Times New Roman" panose="02020603050405020304" pitchFamily="18" charset="0"/>
              </a:rPr>
              <a:t> Disconnect the equipment from the power supply.</a:t>
            </a:r>
          </a:p>
          <a:p>
            <a:pPr lvl="0">
              <a:lnSpc>
                <a:spcPct val="150000"/>
              </a:lnSpc>
            </a:pPr>
            <a:endParaRPr lang="en-US" altLang="zh-CN" sz="1100" b="1" kern="100" dirty="0">
              <a:latin typeface="DengXian" panose="02010600030101010101" pitchFamily="2" charset="-122"/>
              <a:ea typeface="DengXian" panose="02010600030101010101" pitchFamily="2" charset="-122"/>
              <a:cs typeface="Times New Roman" panose="02020603050405020304" pitchFamily="18" charset="0"/>
            </a:endParaRPr>
          </a:p>
          <a:p>
            <a:pPr lvl="0">
              <a:lnSpc>
                <a:spcPct val="150000"/>
              </a:lnSpc>
            </a:pPr>
            <a:r>
              <a:rPr lang="zh-CN" altLang="en-US" sz="1100" b="1" kern="100" dirty="0">
                <a:latin typeface="DengXian" panose="02010600030101010101" pitchFamily="2" charset="-122"/>
                <a:ea typeface="DengXian" panose="02010600030101010101" pitchFamily="2" charset="-122"/>
                <a:cs typeface="Times New Roman" panose="02020603050405020304" pitchFamily="18" charset="0"/>
              </a:rPr>
              <a:t>②</a:t>
            </a:r>
            <a:r>
              <a:rPr lang="en-US" altLang="zh-CN" sz="1100" b="1" kern="100" dirty="0">
                <a:latin typeface="DengXian" panose="02010600030101010101" pitchFamily="2" charset="-122"/>
                <a:ea typeface="DengXian" panose="02010600030101010101" pitchFamily="2" charset="-122"/>
                <a:cs typeface="Times New Roman" panose="02020603050405020304" pitchFamily="18" charset="0"/>
              </a:rPr>
              <a:t> Remove the top cover:</a:t>
            </a:r>
          </a:p>
          <a:p>
            <a:pPr marL="171450" indent="-171450" algn="l">
              <a:buFont typeface="Arial" panose="020B0604020202020204" pitchFamily="34" charset="0"/>
              <a:buChar char="•"/>
            </a:pPr>
            <a:r>
              <a:rPr lang="en-US" sz="1100" b="0" i="0" u="none" strike="noStrike" baseline="0" dirty="0">
                <a:solidFill>
                  <a:srgbClr val="000000"/>
                </a:solidFill>
                <a:latin typeface="DengXian" panose="02010600030101010101" pitchFamily="2" charset="-122"/>
                <a:ea typeface="DengXian" panose="02010600030101010101" pitchFamily="2" charset="-122"/>
              </a:rPr>
              <a:t>Remove the eight M3 combination screws on the rear panel.</a:t>
            </a:r>
          </a:p>
          <a:p>
            <a:pPr marL="171450" indent="-171450" algn="l">
              <a:buFont typeface="Arial" panose="020B0604020202020204" pitchFamily="34" charset="0"/>
              <a:buChar char="•"/>
            </a:pPr>
            <a:endParaRPr lang="en-US" sz="1100" b="0" i="0" u="none" strike="noStrike" baseline="0" dirty="0">
              <a:solidFill>
                <a:srgbClr val="000000"/>
              </a:solidFill>
              <a:latin typeface="DengXian" panose="02010600030101010101" pitchFamily="2" charset="-122"/>
              <a:ea typeface="DengXian" panose="02010600030101010101" pitchFamily="2" charset="-122"/>
            </a:endParaRPr>
          </a:p>
          <a:p>
            <a:pPr marL="171450" indent="-171450" algn="l">
              <a:buFont typeface="Arial" panose="020B0604020202020204" pitchFamily="34" charset="0"/>
              <a:buChar char="•"/>
            </a:pPr>
            <a:r>
              <a:rPr lang="en-US" sz="1100" b="0" i="0" u="none" strike="noStrike" baseline="0" dirty="0">
                <a:solidFill>
                  <a:srgbClr val="000000"/>
                </a:solidFill>
                <a:latin typeface="DengXian" panose="02010600030101010101" pitchFamily="2" charset="-122"/>
                <a:ea typeface="DengXian" panose="02010600030101010101" pitchFamily="2" charset="-122"/>
              </a:rPr>
              <a:t>Pull the upper cover back in the direction indicated by the arrow until the entire upper cover assembly is released. Pull the upper cover assembly upwards in the direction indicated by the arrow to disassemble the upper cover assembly. </a:t>
            </a:r>
          </a:p>
          <a:p>
            <a:pPr marL="285750" indent="-285750" algn="l">
              <a:buFontTx/>
              <a:buChar char="-"/>
            </a:pPr>
            <a:endParaRPr lang="en-US" sz="1800" b="0" i="0" u="none" strike="noStrike" baseline="0" dirty="0">
              <a:solidFill>
                <a:srgbClr val="000000"/>
              </a:solidFill>
              <a:latin typeface="Myriad Pro"/>
            </a:endParaRPr>
          </a:p>
          <a:p>
            <a:pPr lvl="0">
              <a:lnSpc>
                <a:spcPct val="150000"/>
              </a:lnSpc>
            </a:pPr>
            <a:endParaRPr lang="en-US" altLang="zh-CN" sz="1400" b="1" kern="100" dirty="0">
              <a:latin typeface="+mj-lt"/>
              <a:ea typeface="微软雅黑" panose="020B0503020204020204" pitchFamily="34" charset="-122"/>
              <a:cs typeface="Times New Roman" panose="02020603050405020304" pitchFamily="18" charset="0"/>
            </a:endParaRPr>
          </a:p>
          <a:p>
            <a:pPr lvl="0">
              <a:lnSpc>
                <a:spcPct val="150000"/>
              </a:lnSpc>
            </a:pPr>
            <a:endParaRPr lang="en-US" altLang="zh-CN" sz="1400" b="1" kern="100" dirty="0">
              <a:latin typeface="+mj-lt"/>
              <a:ea typeface="微软雅黑" panose="020B0503020204020204" pitchFamily="34" charset="-122"/>
              <a:cs typeface="Times New Roman" panose="02020603050405020304" pitchFamily="18" charset="0"/>
            </a:endParaRPr>
          </a:p>
          <a:p>
            <a:pPr lvl="0">
              <a:lnSpc>
                <a:spcPct val="150000"/>
              </a:lnSpc>
            </a:pPr>
            <a:endParaRPr lang="en-US" altLang="zh-CN" sz="1400" b="1" kern="100" dirty="0">
              <a:latin typeface="+mj-lt"/>
              <a:ea typeface="微软雅黑" panose="020B0503020204020204" pitchFamily="34" charset="-122"/>
              <a:cs typeface="Times New Roman" panose="02020603050405020304" pitchFamily="18" charset="0"/>
            </a:endParaRPr>
          </a:p>
          <a:p>
            <a:pPr lvl="0">
              <a:lnSpc>
                <a:spcPct val="150000"/>
              </a:lnSpc>
            </a:pPr>
            <a:endParaRPr lang="en-US" altLang="zh-CN" sz="1400" b="1" kern="100" dirty="0">
              <a:latin typeface="+mj-lt"/>
              <a:ea typeface="微软雅黑" panose="020B0503020204020204" pitchFamily="34" charset="-122"/>
              <a:cs typeface="Times New Roman" panose="02020603050405020304" pitchFamily="18" charset="0"/>
            </a:endParaRPr>
          </a:p>
          <a:p>
            <a:pPr lvl="0">
              <a:lnSpc>
                <a:spcPct val="150000"/>
              </a:lnSpc>
            </a:pPr>
            <a:endParaRPr lang="en-US" altLang="zh-CN" sz="1400" b="1" kern="100" dirty="0">
              <a:latin typeface="+mj-lt"/>
              <a:ea typeface="微软雅黑" panose="020B0503020204020204" pitchFamily="34" charset="-122"/>
              <a:cs typeface="Times New Roman" panose="02020603050405020304" pitchFamily="18" charset="0"/>
            </a:endParaRPr>
          </a:p>
          <a:p>
            <a:pPr lvl="0">
              <a:lnSpc>
                <a:spcPct val="150000"/>
              </a:lnSpc>
            </a:pPr>
            <a:endParaRPr lang="en-US" altLang="zh-CN" sz="1400" b="1" kern="100" dirty="0">
              <a:latin typeface="+mj-lt"/>
              <a:ea typeface="微软雅黑" panose="020B0503020204020204" pitchFamily="34" charset="-122"/>
              <a:cs typeface="Times New Roman" panose="02020603050405020304" pitchFamily="18" charset="0"/>
            </a:endParaRPr>
          </a:p>
          <a:p>
            <a:endParaRPr lang="en-US" altLang="zh-CN" sz="1600" dirty="0">
              <a:solidFill>
                <a:srgbClr val="C00000"/>
              </a:solidFill>
            </a:endParaRPr>
          </a:p>
          <a:p>
            <a:endParaRPr lang="en-US" altLang="zh-CN" sz="1600" dirty="0">
              <a:solidFill>
                <a:srgbClr val="C00000"/>
              </a:solidFill>
            </a:endParaRPr>
          </a:p>
          <a:p>
            <a:endParaRPr lang="en-US" altLang="zh-CN" sz="1600" dirty="0">
              <a:solidFill>
                <a:srgbClr val="C00000"/>
              </a:solidFill>
            </a:endParaRPr>
          </a:p>
          <a:p>
            <a:pPr marL="342900" lvl="0" indent="-342900">
              <a:lnSpc>
                <a:spcPct val="150000"/>
              </a:lnSpc>
              <a:buFont typeface="+mj-ea"/>
              <a:buAutoNum type="circleNumDbPlain"/>
            </a:pPr>
            <a:endParaRPr lang="pt-BR" altLang="zh-CN" sz="2400" b="1" kern="100" dirty="0">
              <a:latin typeface="Calibri" panose="020F0502020204030204" pitchFamily="34" charset="0"/>
              <a:ea typeface="微软雅黑" panose="020B0503020204020204" pitchFamily="34" charset="-122"/>
              <a:cs typeface="Times New Roman" panose="02020603050405020304" pitchFamily="18" charset="0"/>
            </a:endParaRPr>
          </a:p>
          <a:p>
            <a:pPr marL="342900" lvl="0" indent="-342900">
              <a:lnSpc>
                <a:spcPct val="150000"/>
              </a:lnSpc>
              <a:buFont typeface="+mj-ea"/>
              <a:buAutoNum type="circleNumDbPlain"/>
            </a:pPr>
            <a:endParaRPr lang="zh-CN" altLang="zh-CN" sz="2400" b="1" kern="100" dirty="0">
              <a:latin typeface="Calibri" panose="020F0502020204030204" pitchFamily="34" charset="0"/>
              <a:ea typeface="微软雅黑" panose="020B0503020204020204" pitchFamily="34" charset="-122"/>
              <a:cs typeface="Times New Roman" panose="02020603050405020304" pitchFamily="18" charset="0"/>
            </a:endParaRPr>
          </a:p>
          <a:p>
            <a:pPr lvl="0">
              <a:lnSpc>
                <a:spcPct val="150000"/>
              </a:lnSpc>
            </a:pPr>
            <a:endParaRPr lang="zh-CN" altLang="zh-CN" sz="2400" b="1" kern="100" dirty="0">
              <a:latin typeface="Calibri" panose="020F0502020204030204" pitchFamily="34" charset="0"/>
              <a:ea typeface="微软雅黑" panose="020B0503020204020204" pitchFamily="34" charset="-122"/>
              <a:cs typeface="Times New Roman" panose="02020603050405020304" pitchFamily="18" charset="0"/>
            </a:endParaRPr>
          </a:p>
        </p:txBody>
      </p:sp>
      <p:pic>
        <p:nvPicPr>
          <p:cNvPr id="4" name="Picture 3">
            <a:extLst>
              <a:ext uri="{FF2B5EF4-FFF2-40B4-BE49-F238E27FC236}">
                <a16:creationId xmlns:a16="http://schemas.microsoft.com/office/drawing/2014/main" id="{83FA418F-9A94-2A30-6301-4804C6B98A18}"/>
              </a:ext>
            </a:extLst>
          </p:cNvPr>
          <p:cNvPicPr>
            <a:picLocks noChangeAspect="1"/>
          </p:cNvPicPr>
          <p:nvPr/>
        </p:nvPicPr>
        <p:blipFill>
          <a:blip r:embed="rId3"/>
          <a:stretch>
            <a:fillRect/>
          </a:stretch>
        </p:blipFill>
        <p:spPr>
          <a:xfrm>
            <a:off x="501445" y="3141339"/>
            <a:ext cx="4839635" cy="2774945"/>
          </a:xfrm>
          <a:prstGeom prst="rect">
            <a:avLst/>
          </a:prstGeom>
        </p:spPr>
      </p:pic>
      <p:cxnSp>
        <p:nvCxnSpPr>
          <p:cNvPr id="8" name="Straight Connector 7">
            <a:extLst>
              <a:ext uri="{FF2B5EF4-FFF2-40B4-BE49-F238E27FC236}">
                <a16:creationId xmlns:a16="http://schemas.microsoft.com/office/drawing/2014/main" id="{0B8D8A56-4609-FD8E-81F0-5DC3F4C9F1A9}"/>
              </a:ext>
            </a:extLst>
          </p:cNvPr>
          <p:cNvCxnSpPr>
            <a:stCxn id="2" idx="2"/>
          </p:cNvCxnSpPr>
          <p:nvPr/>
        </p:nvCxnSpPr>
        <p:spPr>
          <a:xfrm>
            <a:off x="5948516" y="660754"/>
            <a:ext cx="39329" cy="5524116"/>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E4A92E5B-47AE-F4A9-B05A-61B7DE8689E4}"/>
              </a:ext>
            </a:extLst>
          </p:cNvPr>
          <p:cNvPicPr>
            <a:picLocks noChangeAspect="1"/>
          </p:cNvPicPr>
          <p:nvPr/>
        </p:nvPicPr>
        <p:blipFill>
          <a:blip r:embed="rId4"/>
          <a:stretch>
            <a:fillRect/>
          </a:stretch>
        </p:blipFill>
        <p:spPr>
          <a:xfrm>
            <a:off x="6105065" y="2483009"/>
            <a:ext cx="5319252" cy="3444495"/>
          </a:xfrm>
          <a:prstGeom prst="rect">
            <a:avLst/>
          </a:prstGeom>
        </p:spPr>
      </p:pic>
      <p:sp>
        <p:nvSpPr>
          <p:cNvPr id="14" name="TextBox 13">
            <a:extLst>
              <a:ext uri="{FF2B5EF4-FFF2-40B4-BE49-F238E27FC236}">
                <a16:creationId xmlns:a16="http://schemas.microsoft.com/office/drawing/2014/main" id="{BB92A4BC-B3CE-BC1F-6C66-D41DDDD0293B}"/>
              </a:ext>
            </a:extLst>
          </p:cNvPr>
          <p:cNvSpPr txBox="1"/>
          <p:nvPr/>
        </p:nvSpPr>
        <p:spPr>
          <a:xfrm>
            <a:off x="6086936" y="1505253"/>
            <a:ext cx="6218902" cy="1166794"/>
          </a:xfrm>
          <a:prstGeom prst="rect">
            <a:avLst/>
          </a:prstGeom>
          <a:noFill/>
        </p:spPr>
        <p:txBody>
          <a:bodyPr wrap="square">
            <a:spAutoFit/>
          </a:bodyPr>
          <a:lstStyle/>
          <a:p>
            <a:pPr lvl="0">
              <a:lnSpc>
                <a:spcPct val="150000"/>
              </a:lnSpc>
            </a:pPr>
            <a:r>
              <a:rPr lang="zh-CN" altLang="en-US" sz="1100" b="1" kern="100" dirty="0">
                <a:latin typeface="DengXian" panose="02010600030101010101" pitchFamily="2" charset="-122"/>
                <a:ea typeface="DengXian" panose="02010600030101010101" pitchFamily="2" charset="-122"/>
                <a:cs typeface="Times New Roman" panose="02020603050405020304" pitchFamily="18" charset="0"/>
              </a:rPr>
              <a:t>③ </a:t>
            </a:r>
            <a:r>
              <a:rPr lang="pt-BR" sz="1100" b="1" i="0" u="none" strike="noStrike" baseline="0" dirty="0" err="1">
                <a:solidFill>
                  <a:srgbClr val="000000"/>
                </a:solidFill>
                <a:latin typeface="DengXian" panose="02010600030101010101" pitchFamily="2" charset="-122"/>
                <a:ea typeface="DengXian" panose="02010600030101010101" pitchFamily="2" charset="-122"/>
              </a:rPr>
              <a:t>Disassembling</a:t>
            </a:r>
            <a:r>
              <a:rPr lang="pt-BR" sz="1100" b="1" i="0" u="none" strike="noStrike" baseline="0" dirty="0">
                <a:solidFill>
                  <a:srgbClr val="000000"/>
                </a:solidFill>
                <a:latin typeface="DengXian" panose="02010600030101010101" pitchFamily="2" charset="-122"/>
                <a:ea typeface="DengXian" panose="02010600030101010101" pitchFamily="2" charset="-122"/>
              </a:rPr>
              <a:t> </a:t>
            </a:r>
            <a:r>
              <a:rPr lang="pt-BR" sz="1100" b="1" i="0" u="none" strike="noStrike" baseline="0" dirty="0" err="1">
                <a:solidFill>
                  <a:srgbClr val="000000"/>
                </a:solidFill>
                <a:latin typeface="DengXian" panose="02010600030101010101" pitchFamily="2" charset="-122"/>
                <a:ea typeface="DengXian" panose="02010600030101010101" pitchFamily="2" charset="-122"/>
              </a:rPr>
              <a:t>the</a:t>
            </a:r>
            <a:r>
              <a:rPr lang="pt-BR" sz="1100" b="1" i="0" u="none" strike="noStrike" baseline="0" dirty="0">
                <a:solidFill>
                  <a:srgbClr val="000000"/>
                </a:solidFill>
                <a:latin typeface="DengXian" panose="02010600030101010101" pitchFamily="2" charset="-122"/>
                <a:ea typeface="DengXian" panose="02010600030101010101" pitchFamily="2" charset="-122"/>
              </a:rPr>
              <a:t> </a:t>
            </a:r>
            <a:r>
              <a:rPr lang="pt-BR" sz="1100" b="1" i="0" u="none" strike="noStrike" baseline="0" dirty="0" err="1">
                <a:solidFill>
                  <a:srgbClr val="000000"/>
                </a:solidFill>
                <a:latin typeface="DengXian" panose="02010600030101010101" pitchFamily="2" charset="-122"/>
                <a:ea typeface="DengXian" panose="02010600030101010101" pitchFamily="2" charset="-122"/>
              </a:rPr>
              <a:t>Heating</a:t>
            </a:r>
            <a:r>
              <a:rPr lang="pt-BR" sz="1100" b="1" i="0" u="none" strike="noStrike" baseline="0" dirty="0">
                <a:solidFill>
                  <a:srgbClr val="000000"/>
                </a:solidFill>
                <a:latin typeface="DengXian" panose="02010600030101010101" pitchFamily="2" charset="-122"/>
                <a:ea typeface="DengXian" panose="02010600030101010101" pitchFamily="2" charset="-122"/>
              </a:rPr>
              <a:t> Plate</a:t>
            </a:r>
          </a:p>
          <a:p>
            <a:pPr lvl="0">
              <a:lnSpc>
                <a:spcPct val="150000"/>
              </a:lnSpc>
            </a:pPr>
            <a:endParaRPr lang="pt-BR" sz="1100" b="1" i="0" u="none" strike="noStrike" baseline="0" dirty="0">
              <a:solidFill>
                <a:srgbClr val="000000"/>
              </a:solidFill>
              <a:latin typeface="DengXian" panose="02010600030101010101" pitchFamily="2" charset="-122"/>
              <a:ea typeface="DengXian" panose="02010600030101010101" pitchFamily="2" charset="-122"/>
            </a:endParaRPr>
          </a:p>
          <a:p>
            <a:r>
              <a:rPr lang="en-US" sz="1100" b="0" i="0" u="none" strike="noStrike" baseline="0" dirty="0">
                <a:solidFill>
                  <a:srgbClr val="000000"/>
                </a:solidFill>
                <a:latin typeface="DengXian" panose="02010600030101010101" pitchFamily="2" charset="-122"/>
                <a:ea typeface="DengXian" panose="02010600030101010101" pitchFamily="2" charset="-122"/>
              </a:rPr>
              <a:t>Use a Phillips screwdriver to remove the four M3×8 combination screws as shown in the figure to remove the heating plate </a:t>
            </a:r>
          </a:p>
          <a:p>
            <a:pPr lvl="0">
              <a:lnSpc>
                <a:spcPct val="150000"/>
              </a:lnSpc>
            </a:pPr>
            <a:r>
              <a:rPr lang="pt-BR" sz="1100" b="1" i="0" u="none" strike="noStrike" baseline="0" dirty="0">
                <a:solidFill>
                  <a:srgbClr val="000000"/>
                </a:solidFill>
                <a:latin typeface="DengXian" panose="02010600030101010101" pitchFamily="2" charset="-122"/>
                <a:ea typeface="DengXian" panose="02010600030101010101" pitchFamily="2" charset="-122"/>
              </a:rPr>
              <a:t> </a:t>
            </a:r>
            <a:endParaRPr lang="en-US" altLang="zh-CN" sz="1100" b="1" kern="100" dirty="0">
              <a:latin typeface="DengXian" panose="02010600030101010101" pitchFamily="2" charset="-122"/>
              <a:ea typeface="DengXian" panose="02010600030101010101" pitchFamily="2" charset="-122"/>
              <a:cs typeface="Times New Roman" panose="02020603050405020304" pitchFamily="18" charset="0"/>
            </a:endParaRPr>
          </a:p>
        </p:txBody>
      </p:sp>
      <p:pic>
        <p:nvPicPr>
          <p:cNvPr id="15" name="Picture 14">
            <a:extLst>
              <a:ext uri="{FF2B5EF4-FFF2-40B4-BE49-F238E27FC236}">
                <a16:creationId xmlns:a16="http://schemas.microsoft.com/office/drawing/2014/main" id="{075FB1F1-6349-0E43-B9A3-B7D72863DEA3}"/>
              </a:ext>
            </a:extLst>
          </p:cNvPr>
          <p:cNvPicPr>
            <a:picLocks noChangeAspect="1"/>
          </p:cNvPicPr>
          <p:nvPr/>
        </p:nvPicPr>
        <p:blipFill>
          <a:blip r:embed="rId5"/>
          <a:stretch>
            <a:fillRect/>
          </a:stretch>
        </p:blipFill>
        <p:spPr>
          <a:xfrm rot="5400000">
            <a:off x="10364323" y="2316323"/>
            <a:ext cx="749168" cy="1118621"/>
          </a:xfrm>
          <a:prstGeom prst="rect">
            <a:avLst/>
          </a:prstGeom>
        </p:spPr>
      </p:pic>
      <p:sp>
        <p:nvSpPr>
          <p:cNvPr id="7" name="TextBox 6">
            <a:extLst>
              <a:ext uri="{FF2B5EF4-FFF2-40B4-BE49-F238E27FC236}">
                <a16:creationId xmlns:a16="http://schemas.microsoft.com/office/drawing/2014/main" id="{43C6EA39-2082-906E-1C1B-5218BDE656AE}"/>
              </a:ext>
            </a:extLst>
          </p:cNvPr>
          <p:cNvSpPr txBox="1"/>
          <p:nvPr/>
        </p:nvSpPr>
        <p:spPr>
          <a:xfrm>
            <a:off x="10079992" y="3228945"/>
            <a:ext cx="1509398" cy="400110"/>
          </a:xfrm>
          <a:prstGeom prst="rect">
            <a:avLst/>
          </a:prstGeom>
          <a:noFill/>
        </p:spPr>
        <p:txBody>
          <a:bodyPr wrap="square">
            <a:spAutoFit/>
          </a:bodyPr>
          <a:lstStyle/>
          <a:p>
            <a:r>
              <a:rPr lang="pt-BR" sz="1000" b="1" i="0" u="none" strike="noStrike" baseline="0" dirty="0">
                <a:solidFill>
                  <a:srgbClr val="000000"/>
                </a:solidFill>
                <a:latin typeface="DengXian" panose="02010600030101010101" pitchFamily="2" charset="-122"/>
                <a:ea typeface="DengXian" panose="02010600030101010101" pitchFamily="2" charset="-122"/>
              </a:rPr>
              <a:t>PN 115-076021-00</a:t>
            </a:r>
          </a:p>
          <a:p>
            <a:r>
              <a:rPr lang="pt-BR" sz="1000" b="1" i="0" u="none" strike="noStrike" baseline="0" dirty="0" err="1">
                <a:solidFill>
                  <a:srgbClr val="000000"/>
                </a:solidFill>
                <a:latin typeface="DengXian" panose="02010600030101010101" pitchFamily="2" charset="-122"/>
                <a:ea typeface="DengXian" panose="02010600030101010101" pitchFamily="2" charset="-122"/>
              </a:rPr>
              <a:t>Heating</a:t>
            </a:r>
            <a:r>
              <a:rPr lang="pt-BR" sz="1000" b="1" i="0" u="none" strike="noStrike" baseline="0" dirty="0">
                <a:solidFill>
                  <a:srgbClr val="000000"/>
                </a:solidFill>
                <a:latin typeface="DengXian" panose="02010600030101010101" pitchFamily="2" charset="-122"/>
                <a:ea typeface="DengXian" panose="02010600030101010101" pitchFamily="2" charset="-122"/>
              </a:rPr>
              <a:t> board FRU </a:t>
            </a:r>
          </a:p>
        </p:txBody>
      </p:sp>
    </p:spTree>
    <p:extLst>
      <p:ext uri="{BB962C8B-B14F-4D97-AF65-F5344CB8AC3E}">
        <p14:creationId xmlns:p14="http://schemas.microsoft.com/office/powerpoint/2010/main" val="23767337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B68A7-0FCC-4C4B-8A36-2669D4CB1C97}"/>
              </a:ext>
            </a:extLst>
          </p:cNvPr>
          <p:cNvSpPr>
            <a:spLocks noGrp="1"/>
          </p:cNvSpPr>
          <p:nvPr>
            <p:ph type="title"/>
          </p:nvPr>
        </p:nvSpPr>
        <p:spPr>
          <a:xfrm>
            <a:off x="462116" y="284470"/>
            <a:ext cx="10972800" cy="369332"/>
          </a:xfrm>
        </p:spPr>
        <p:txBody>
          <a:bodyPr/>
          <a:lstStyle/>
          <a:p>
            <a:r>
              <a:rPr lang="en-US" altLang="zh-CN" sz="2000" dirty="0">
                <a:latin typeface="DengXian" panose="02010600030101010101" pitchFamily="2" charset="-122"/>
                <a:ea typeface="DengXian" panose="02010600030101010101" pitchFamily="2" charset="-122"/>
                <a:cs typeface="Calibri" panose="020F0502020204030204" pitchFamily="34" charset="0"/>
              </a:rPr>
              <a:t>Check after upgrade</a:t>
            </a:r>
          </a:p>
        </p:txBody>
      </p:sp>
      <p:sp>
        <p:nvSpPr>
          <p:cNvPr id="6" name="矩形 5"/>
          <p:cNvSpPr/>
          <p:nvPr/>
        </p:nvSpPr>
        <p:spPr>
          <a:xfrm>
            <a:off x="609600" y="754768"/>
            <a:ext cx="10491019" cy="5216813"/>
          </a:xfrm>
          <a:prstGeom prst="rect">
            <a:avLst/>
          </a:prstGeom>
        </p:spPr>
        <p:txBody>
          <a:bodyPr wrap="square">
            <a:spAutoFit/>
          </a:bodyPr>
          <a:lstStyle/>
          <a:p>
            <a:endParaRPr lang="en-US" altLang="zh-CN" sz="1100" b="1" kern="100" dirty="0">
              <a:latin typeface="DengXian" panose="02010600030101010101" pitchFamily="2" charset="-122"/>
              <a:ea typeface="DengXian" panose="02010600030101010101" pitchFamily="2" charset="-122"/>
              <a:cs typeface="Times New Roman" panose="02020603050405020304" pitchFamily="18" charset="0"/>
            </a:endParaRPr>
          </a:p>
          <a:p>
            <a:r>
              <a:rPr lang="en-US" altLang="zh-CN" sz="1100" kern="100" dirty="0">
                <a:latin typeface="DengXian" panose="02010600030101010101" pitchFamily="2" charset="-122"/>
                <a:ea typeface="DengXian" panose="02010600030101010101" pitchFamily="2" charset="-122"/>
                <a:cs typeface="Times New Roman" panose="02020603050405020304" pitchFamily="18" charset="0"/>
              </a:rPr>
              <a:t>After replacement, assemble the unit, connect it to the power supply, the heating icon should be off as long as the heating cable is not connected. Also check in the service menu that the temperature without the cable connected is ~30°C.</a:t>
            </a:r>
          </a:p>
          <a:p>
            <a:endParaRPr lang="en-US" altLang="zh-CN" sz="2400" b="1" kern="100" dirty="0">
              <a:latin typeface="Calibri" panose="020F0502020204030204" pitchFamily="34" charset="0"/>
              <a:ea typeface="微软雅黑" panose="020B0503020204020204" pitchFamily="34" charset="-122"/>
              <a:cs typeface="Times New Roman" panose="02020603050405020304" pitchFamily="18" charset="0"/>
            </a:endParaRPr>
          </a:p>
          <a:p>
            <a:endParaRPr lang="en-US" altLang="zh-CN" sz="2400" b="1" kern="100" dirty="0">
              <a:latin typeface="Calibri" panose="020F0502020204030204" pitchFamily="34" charset="0"/>
              <a:ea typeface="微软雅黑" panose="020B0503020204020204" pitchFamily="34" charset="-122"/>
              <a:cs typeface="Times New Roman" panose="02020603050405020304" pitchFamily="18" charset="0"/>
            </a:endParaRPr>
          </a:p>
          <a:p>
            <a:endParaRPr lang="en-US" altLang="zh-CN" sz="2400" b="1" kern="100" dirty="0">
              <a:latin typeface="Calibri" panose="020F0502020204030204" pitchFamily="34" charset="0"/>
              <a:ea typeface="微软雅黑" panose="020B0503020204020204" pitchFamily="34" charset="-122"/>
              <a:cs typeface="Times New Roman" panose="02020603050405020304" pitchFamily="18" charset="0"/>
            </a:endParaRPr>
          </a:p>
          <a:p>
            <a:endParaRPr lang="en-US" altLang="zh-CN" sz="2400" b="1" kern="100" dirty="0">
              <a:latin typeface="Calibri" panose="020F0502020204030204" pitchFamily="34" charset="0"/>
              <a:ea typeface="微软雅黑" panose="020B0503020204020204" pitchFamily="34" charset="-122"/>
              <a:cs typeface="Times New Roman" panose="02020603050405020304" pitchFamily="18" charset="0"/>
            </a:endParaRPr>
          </a:p>
          <a:p>
            <a:endParaRPr lang="en-US" altLang="zh-CN" sz="2400" b="1" kern="100" dirty="0">
              <a:latin typeface="Calibri" panose="020F0502020204030204" pitchFamily="34" charset="0"/>
              <a:ea typeface="微软雅黑" panose="020B0503020204020204" pitchFamily="34" charset="-122"/>
              <a:cs typeface="Times New Roman" panose="02020603050405020304" pitchFamily="18" charset="0"/>
            </a:endParaRPr>
          </a:p>
          <a:p>
            <a:endParaRPr lang="en-US" altLang="zh-CN" sz="2400" b="1" kern="100" dirty="0">
              <a:latin typeface="Calibri" panose="020F0502020204030204" pitchFamily="34" charset="0"/>
              <a:ea typeface="微软雅黑" panose="020B0503020204020204" pitchFamily="34" charset="-122"/>
              <a:cs typeface="Times New Roman" panose="02020603050405020304" pitchFamily="18" charset="0"/>
            </a:endParaRPr>
          </a:p>
          <a:p>
            <a:endParaRPr lang="en-US" altLang="zh-CN" sz="2400" b="1" kern="100" dirty="0">
              <a:latin typeface="Calibri" panose="020F0502020204030204" pitchFamily="34" charset="0"/>
              <a:ea typeface="微软雅黑" panose="020B0503020204020204" pitchFamily="34" charset="-122"/>
              <a:cs typeface="Times New Roman" panose="02020603050405020304" pitchFamily="18" charset="0"/>
            </a:endParaRPr>
          </a:p>
          <a:p>
            <a:endParaRPr lang="en-US" altLang="zh-CN" sz="2400" b="1" kern="100" dirty="0">
              <a:latin typeface="Calibri" panose="020F0502020204030204" pitchFamily="34" charset="0"/>
              <a:ea typeface="微软雅黑" panose="020B0503020204020204" pitchFamily="34" charset="-122"/>
              <a:cs typeface="Times New Roman" panose="02020603050405020304" pitchFamily="18" charset="0"/>
            </a:endParaRPr>
          </a:p>
          <a:p>
            <a:endParaRPr lang="en-US" altLang="zh-CN" sz="2400" b="1" kern="100" dirty="0">
              <a:latin typeface="Calibri" panose="020F0502020204030204" pitchFamily="34" charset="0"/>
              <a:ea typeface="微软雅黑" panose="020B0503020204020204" pitchFamily="34" charset="-122"/>
              <a:cs typeface="Times New Roman" panose="02020603050405020304" pitchFamily="18" charset="0"/>
            </a:endParaRPr>
          </a:p>
          <a:p>
            <a:endParaRPr lang="en-US" altLang="zh-CN" sz="2400" b="1" kern="100" dirty="0">
              <a:latin typeface="Calibri" panose="020F0502020204030204" pitchFamily="34" charset="0"/>
              <a:ea typeface="微软雅黑" panose="020B0503020204020204" pitchFamily="34" charset="-122"/>
              <a:cs typeface="Times New Roman" panose="02020603050405020304" pitchFamily="18" charset="0"/>
            </a:endParaRPr>
          </a:p>
          <a:p>
            <a:r>
              <a:rPr lang="en-US" altLang="zh-CN" sz="1600" kern="100" dirty="0">
                <a:solidFill>
                  <a:schemeClr val="accent1"/>
                </a:solidFill>
                <a:latin typeface="+mj-lt"/>
                <a:ea typeface="微软雅黑" panose="020B0503020204020204" pitchFamily="34" charset="-122"/>
                <a:cs typeface="Times New Roman" panose="02020603050405020304" pitchFamily="18" charset="0"/>
              </a:rPr>
              <a:t>							</a:t>
            </a:r>
          </a:p>
          <a:p>
            <a:endParaRPr lang="en-US" altLang="zh-CN" sz="1100" b="1" kern="100" dirty="0">
              <a:solidFill>
                <a:schemeClr val="accent1"/>
              </a:solidFill>
              <a:latin typeface="DengXian" panose="02010600030101010101" pitchFamily="2" charset="-122"/>
              <a:ea typeface="DengXian" panose="02010600030101010101" pitchFamily="2" charset="-122"/>
              <a:cs typeface="Times New Roman" panose="02020603050405020304" pitchFamily="18" charset="0"/>
            </a:endParaRPr>
          </a:p>
          <a:p>
            <a:endParaRPr lang="en-US" altLang="zh-CN" sz="1100" b="1" kern="100" dirty="0">
              <a:solidFill>
                <a:schemeClr val="accent1"/>
              </a:solidFill>
              <a:latin typeface="DengXian" panose="02010600030101010101" pitchFamily="2" charset="-122"/>
              <a:ea typeface="DengXian" panose="02010600030101010101" pitchFamily="2" charset="-122"/>
              <a:cs typeface="Times New Roman" panose="02020603050405020304" pitchFamily="18" charset="0"/>
            </a:endParaRPr>
          </a:p>
          <a:p>
            <a:endParaRPr lang="en-US" altLang="zh-CN" sz="1100" b="1" kern="100" dirty="0">
              <a:solidFill>
                <a:schemeClr val="accent1"/>
              </a:solidFill>
              <a:latin typeface="DengXian" panose="02010600030101010101" pitchFamily="2" charset="-122"/>
              <a:ea typeface="DengXian" panose="02010600030101010101" pitchFamily="2" charset="-122"/>
              <a:cs typeface="Times New Roman" panose="02020603050405020304" pitchFamily="18" charset="0"/>
            </a:endParaRPr>
          </a:p>
          <a:p>
            <a:r>
              <a:rPr lang="en-US" altLang="zh-CN" sz="1100" b="1" kern="100" dirty="0">
                <a:solidFill>
                  <a:schemeClr val="accent1"/>
                </a:solidFill>
                <a:latin typeface="DengXian" panose="02010600030101010101" pitchFamily="2" charset="-122"/>
                <a:ea typeface="DengXian" panose="02010600030101010101" pitchFamily="2" charset="-122"/>
                <a:cs typeface="Times New Roman" panose="02020603050405020304" pitchFamily="18" charset="0"/>
              </a:rPr>
              <a:t>**If it persists, check the Main Board and Power Module.**</a:t>
            </a:r>
          </a:p>
        </p:txBody>
      </p:sp>
      <p:pic>
        <p:nvPicPr>
          <p:cNvPr id="8" name="Picture 7">
            <a:extLst>
              <a:ext uri="{FF2B5EF4-FFF2-40B4-BE49-F238E27FC236}">
                <a16:creationId xmlns:a16="http://schemas.microsoft.com/office/drawing/2014/main" id="{5EFC06E7-B279-A283-F286-A130566C497A}"/>
              </a:ext>
            </a:extLst>
          </p:cNvPr>
          <p:cNvPicPr>
            <a:picLocks noChangeAspect="1"/>
          </p:cNvPicPr>
          <p:nvPr/>
        </p:nvPicPr>
        <p:blipFill>
          <a:blip r:embed="rId3"/>
          <a:stretch>
            <a:fillRect/>
          </a:stretch>
        </p:blipFill>
        <p:spPr>
          <a:xfrm>
            <a:off x="609600" y="2010492"/>
            <a:ext cx="4826307" cy="3085826"/>
          </a:xfrm>
          <a:prstGeom prst="rect">
            <a:avLst/>
          </a:prstGeom>
        </p:spPr>
      </p:pic>
      <p:pic>
        <p:nvPicPr>
          <p:cNvPr id="10" name="Picture 9">
            <a:extLst>
              <a:ext uri="{FF2B5EF4-FFF2-40B4-BE49-F238E27FC236}">
                <a16:creationId xmlns:a16="http://schemas.microsoft.com/office/drawing/2014/main" id="{A9866EAD-FA27-5267-74D9-BA7F6737DE53}"/>
              </a:ext>
            </a:extLst>
          </p:cNvPr>
          <p:cNvPicPr>
            <a:picLocks noChangeAspect="1"/>
          </p:cNvPicPr>
          <p:nvPr/>
        </p:nvPicPr>
        <p:blipFill>
          <a:blip r:embed="rId4"/>
          <a:stretch>
            <a:fillRect/>
          </a:stretch>
        </p:blipFill>
        <p:spPr>
          <a:xfrm>
            <a:off x="5855109" y="2010492"/>
            <a:ext cx="5056218" cy="3085825"/>
          </a:xfrm>
          <a:prstGeom prst="rect">
            <a:avLst/>
          </a:prstGeom>
        </p:spPr>
      </p:pic>
      <p:pic>
        <p:nvPicPr>
          <p:cNvPr id="12" name="Graphic 11" descr="Checkmark with solid fill">
            <a:extLst>
              <a:ext uri="{FF2B5EF4-FFF2-40B4-BE49-F238E27FC236}">
                <a16:creationId xmlns:a16="http://schemas.microsoft.com/office/drawing/2014/main" id="{A49971AD-9F28-A8EC-7E14-08A6097A216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31108" y="4639117"/>
            <a:ext cx="914400" cy="914400"/>
          </a:xfrm>
          <a:prstGeom prst="rect">
            <a:avLst/>
          </a:prstGeom>
        </p:spPr>
      </p:pic>
      <p:pic>
        <p:nvPicPr>
          <p:cNvPr id="14" name="Graphic 13" descr="Checkmark with solid fill">
            <a:extLst>
              <a:ext uri="{FF2B5EF4-FFF2-40B4-BE49-F238E27FC236}">
                <a16:creationId xmlns:a16="http://schemas.microsoft.com/office/drawing/2014/main" id="{12483489-84C3-92CF-1A04-75081BB2861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16129" y="4555542"/>
            <a:ext cx="914400" cy="914400"/>
          </a:xfrm>
          <a:prstGeom prst="rect">
            <a:avLst/>
          </a:prstGeom>
        </p:spPr>
      </p:pic>
    </p:spTree>
    <p:extLst>
      <p:ext uri="{BB962C8B-B14F-4D97-AF65-F5344CB8AC3E}">
        <p14:creationId xmlns:p14="http://schemas.microsoft.com/office/powerpoint/2010/main" val="27591559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B68A7-0FCC-4C4B-8A36-2669D4CB1C97}"/>
              </a:ext>
            </a:extLst>
          </p:cNvPr>
          <p:cNvSpPr>
            <a:spLocks noGrp="1"/>
          </p:cNvSpPr>
          <p:nvPr>
            <p:ph type="title"/>
          </p:nvPr>
        </p:nvSpPr>
        <p:spPr>
          <a:xfrm>
            <a:off x="462116" y="284470"/>
            <a:ext cx="10972800" cy="369332"/>
          </a:xfrm>
        </p:spPr>
        <p:txBody>
          <a:bodyPr/>
          <a:lstStyle/>
          <a:p>
            <a:r>
              <a:rPr lang="en-US" altLang="zh-CN" sz="2000" dirty="0">
                <a:latin typeface="DengXian" panose="02010600030101010101" pitchFamily="2" charset="-122"/>
                <a:ea typeface="DengXian" panose="02010600030101010101" pitchFamily="2" charset="-122"/>
                <a:cs typeface="Calibri" panose="020F0502020204030204" pitchFamily="34" charset="0"/>
              </a:rPr>
              <a:t>Check after upgrade</a:t>
            </a:r>
          </a:p>
        </p:txBody>
      </p:sp>
      <p:sp>
        <p:nvSpPr>
          <p:cNvPr id="6" name="矩形 5"/>
          <p:cNvSpPr/>
          <p:nvPr/>
        </p:nvSpPr>
        <p:spPr>
          <a:xfrm>
            <a:off x="609600" y="754768"/>
            <a:ext cx="10491019" cy="3247043"/>
          </a:xfrm>
          <a:prstGeom prst="rect">
            <a:avLst/>
          </a:prstGeom>
        </p:spPr>
        <p:txBody>
          <a:bodyPr wrap="square">
            <a:spAutoFit/>
          </a:bodyPr>
          <a:lstStyle/>
          <a:p>
            <a:endParaRPr lang="en-US" altLang="zh-CN" sz="1100" b="1" kern="100" dirty="0">
              <a:latin typeface="DengXian" panose="02010600030101010101" pitchFamily="2" charset="-122"/>
              <a:ea typeface="DengXian" panose="02010600030101010101" pitchFamily="2" charset="-122"/>
              <a:cs typeface="Times New Roman" panose="02020603050405020304" pitchFamily="18" charset="0"/>
            </a:endParaRPr>
          </a:p>
          <a:p>
            <a:r>
              <a:rPr lang="en-US" altLang="zh-CN" sz="1100" b="1" kern="100" dirty="0">
                <a:latin typeface="DengXian" panose="02010600030101010101" pitchFamily="2" charset="-122"/>
                <a:ea typeface="DengXian" panose="02010600030101010101" pitchFamily="2" charset="-122"/>
                <a:cs typeface="Times New Roman" panose="02020603050405020304" pitchFamily="18" charset="0"/>
              </a:rPr>
              <a:t>After the previous step, please carry out the heating function test (according to section 7.4.4 of the service manual):</a:t>
            </a:r>
          </a:p>
          <a:p>
            <a:endParaRPr lang="en-US" altLang="zh-CN" sz="1100" b="1" kern="100" dirty="0">
              <a:latin typeface="DengXian" panose="02010600030101010101" pitchFamily="2" charset="-122"/>
              <a:ea typeface="DengXian" panose="02010600030101010101" pitchFamily="2" charset="-122"/>
              <a:cs typeface="Times New Roman" panose="02020603050405020304" pitchFamily="18" charset="0"/>
            </a:endParaRPr>
          </a:p>
          <a:p>
            <a:r>
              <a:rPr lang="pt-BR" sz="1100" b="1" i="0" u="none" strike="noStrike" baseline="0" dirty="0">
                <a:solidFill>
                  <a:srgbClr val="000000"/>
                </a:solidFill>
                <a:latin typeface="DengXian" panose="02010600030101010101" pitchFamily="2" charset="-122"/>
                <a:ea typeface="DengXian" panose="02010600030101010101" pitchFamily="2" charset="-122"/>
              </a:rPr>
              <a:t>Tools </a:t>
            </a:r>
            <a:endParaRPr lang="en-US" altLang="zh-CN" sz="1100" b="1" kern="100" dirty="0">
              <a:latin typeface="DengXian" panose="02010600030101010101" pitchFamily="2" charset="-122"/>
              <a:ea typeface="DengXian" panose="02010600030101010101" pitchFamily="2" charset="-122"/>
              <a:cs typeface="Times New Roman" panose="02020603050405020304" pitchFamily="18" charset="0"/>
            </a:endParaRPr>
          </a:p>
          <a:p>
            <a:r>
              <a:rPr lang="pt-BR" sz="1100" b="0" i="0" u="none" strike="noStrike" baseline="0" dirty="0" err="1">
                <a:solidFill>
                  <a:srgbClr val="000000"/>
                </a:solidFill>
                <a:latin typeface="DengXian" panose="02010600030101010101" pitchFamily="2" charset="-122"/>
                <a:ea typeface="DengXian" panose="02010600030101010101" pitchFamily="2" charset="-122"/>
              </a:rPr>
              <a:t>Heating</a:t>
            </a:r>
            <a:r>
              <a:rPr lang="pt-BR" sz="1100" b="0" i="0" u="none" strike="noStrike" baseline="0" dirty="0">
                <a:solidFill>
                  <a:srgbClr val="000000"/>
                </a:solidFill>
                <a:latin typeface="DengXian" panose="02010600030101010101" pitchFamily="2" charset="-122"/>
                <a:ea typeface="DengXian" panose="02010600030101010101" pitchFamily="2" charset="-122"/>
              </a:rPr>
              <a:t> </a:t>
            </a:r>
            <a:r>
              <a:rPr lang="pt-BR" sz="1100" b="0" i="0" u="none" strike="noStrike" baseline="0" dirty="0" err="1">
                <a:solidFill>
                  <a:srgbClr val="000000"/>
                </a:solidFill>
                <a:latin typeface="DengXian" panose="02010600030101010101" pitchFamily="2" charset="-122"/>
                <a:ea typeface="DengXian" panose="02010600030101010101" pitchFamily="2" charset="-122"/>
              </a:rPr>
              <a:t>insufflator</a:t>
            </a:r>
            <a:r>
              <a:rPr lang="pt-BR" sz="1100" b="0" i="0" u="none" strike="noStrike" baseline="0" dirty="0">
                <a:solidFill>
                  <a:srgbClr val="000000"/>
                </a:solidFill>
                <a:latin typeface="DengXian" panose="02010600030101010101" pitchFamily="2" charset="-122"/>
                <a:ea typeface="DengXian" panose="02010600030101010101" pitchFamily="2" charset="-122"/>
              </a:rPr>
              <a:t> tube (115-052867-00) </a:t>
            </a:r>
          </a:p>
          <a:p>
            <a:endParaRPr lang="pt-BR" altLang="zh-CN" sz="1100" kern="100" dirty="0">
              <a:solidFill>
                <a:srgbClr val="000000"/>
              </a:solidFill>
              <a:latin typeface="DengXian" panose="02010600030101010101" pitchFamily="2" charset="-122"/>
              <a:ea typeface="DengXian" panose="02010600030101010101" pitchFamily="2" charset="-122"/>
              <a:cs typeface="Times New Roman" panose="02020603050405020304" pitchFamily="18" charset="0"/>
            </a:endParaRPr>
          </a:p>
          <a:p>
            <a:r>
              <a:rPr lang="pt-BR" sz="1100" b="1" i="0" u="none" strike="noStrike" baseline="0" dirty="0">
                <a:solidFill>
                  <a:srgbClr val="000000"/>
                </a:solidFill>
                <a:latin typeface="DengXian" panose="02010600030101010101" pitchFamily="2" charset="-122"/>
                <a:ea typeface="DengXian" panose="02010600030101010101" pitchFamily="2" charset="-122"/>
              </a:rPr>
              <a:t>Test Procedure </a:t>
            </a:r>
            <a:endParaRPr lang="pt-BR" sz="1100" b="0" i="0" u="none" strike="noStrike" baseline="0" dirty="0">
              <a:solidFill>
                <a:srgbClr val="000000"/>
              </a:solidFill>
              <a:latin typeface="DengXian" panose="02010600030101010101" pitchFamily="2" charset="-122"/>
              <a:ea typeface="DengXian" panose="02010600030101010101" pitchFamily="2" charset="-122"/>
            </a:endParaRPr>
          </a:p>
          <a:p>
            <a:r>
              <a:rPr lang="en-US" sz="1100" b="0" i="0" u="none" strike="noStrike" baseline="0" dirty="0">
                <a:solidFill>
                  <a:srgbClr val="000000"/>
                </a:solidFill>
                <a:latin typeface="DengXian" panose="02010600030101010101" pitchFamily="2" charset="-122"/>
                <a:ea typeface="DengXian" panose="02010600030101010101" pitchFamily="2" charset="-122"/>
              </a:rPr>
              <a:t>1. Connect the gas source and power supply and ensure that the gas source pressure is not less than 0.4 MPa.</a:t>
            </a:r>
          </a:p>
          <a:p>
            <a:pPr marL="342900" indent="-342900">
              <a:buAutoNum type="arabicPeriod"/>
            </a:pPr>
            <a:endParaRPr lang="en-US" sz="1100" b="0" i="0" u="none" strike="noStrike" baseline="0" dirty="0">
              <a:solidFill>
                <a:srgbClr val="000000"/>
              </a:solidFill>
              <a:latin typeface="DengXian" panose="02010600030101010101" pitchFamily="2" charset="-122"/>
              <a:ea typeface="DengXian" panose="02010600030101010101" pitchFamily="2" charset="-122"/>
            </a:endParaRPr>
          </a:p>
          <a:p>
            <a:r>
              <a:rPr lang="en-US" sz="1100" b="0" i="0" u="none" strike="noStrike" baseline="0" dirty="0">
                <a:solidFill>
                  <a:srgbClr val="000000"/>
                </a:solidFill>
                <a:latin typeface="DengXian" panose="02010600030101010101" pitchFamily="2" charset="-122"/>
                <a:ea typeface="DengXian" panose="02010600030101010101" pitchFamily="2" charset="-122"/>
              </a:rPr>
              <a:t>2. Start the insufflator and enter the standby state. </a:t>
            </a:r>
          </a:p>
          <a:p>
            <a:endParaRPr lang="en-US" sz="1100" b="0" i="0" u="none" strike="noStrike" baseline="0" dirty="0">
              <a:solidFill>
                <a:srgbClr val="000000"/>
              </a:solidFill>
              <a:latin typeface="DengXian" panose="02010600030101010101" pitchFamily="2" charset="-122"/>
              <a:ea typeface="DengXian" panose="02010600030101010101" pitchFamily="2" charset="-122"/>
            </a:endParaRPr>
          </a:p>
          <a:p>
            <a:r>
              <a:rPr lang="en-US" sz="1100" b="0" i="0" u="none" strike="noStrike" baseline="0" dirty="0">
                <a:solidFill>
                  <a:srgbClr val="000000"/>
                </a:solidFill>
                <a:latin typeface="DengXian" panose="02010600030101010101" pitchFamily="2" charset="-122"/>
                <a:ea typeface="DengXian" panose="02010600030101010101" pitchFamily="2" charset="-122"/>
              </a:rPr>
              <a:t>3. Connect the heating insufflator tube and start inflation. </a:t>
            </a:r>
          </a:p>
          <a:p>
            <a:endParaRPr lang="en-US" sz="1100" b="0" i="0" u="none" strike="noStrike" baseline="0" dirty="0">
              <a:solidFill>
                <a:srgbClr val="000000"/>
              </a:solidFill>
              <a:latin typeface="DengXian" panose="02010600030101010101" pitchFamily="2" charset="-122"/>
              <a:ea typeface="DengXian" panose="02010600030101010101" pitchFamily="2" charset="-122"/>
            </a:endParaRPr>
          </a:p>
          <a:p>
            <a:r>
              <a:rPr lang="en-US" sz="1100" b="0" i="0" u="none" strike="noStrike" baseline="0" dirty="0">
                <a:solidFill>
                  <a:srgbClr val="000000"/>
                </a:solidFill>
                <a:latin typeface="DengXian" panose="02010600030101010101" pitchFamily="2" charset="-122"/>
                <a:ea typeface="DengXian" panose="02010600030101010101" pitchFamily="2" charset="-122"/>
              </a:rPr>
              <a:t>4. After inserting the insufflator tube, the heating indicator will turn green. Touch the insufflator tube after 5 minutes, if it is slightly heated, the heating function test is passed. </a:t>
            </a:r>
          </a:p>
          <a:p>
            <a:endParaRPr lang="en-US" altLang="zh-CN" sz="2400" b="1" kern="100" dirty="0">
              <a:latin typeface="Calibri" panose="020F0502020204030204" pitchFamily="34" charset="0"/>
              <a:ea typeface="微软雅黑" panose="020B0503020204020204" pitchFamily="34" charset="-122"/>
              <a:cs typeface="Times New Roman" panose="02020603050405020304" pitchFamily="18" charset="0"/>
            </a:endParaRPr>
          </a:p>
          <a:p>
            <a:r>
              <a:rPr lang="en-US" altLang="zh-CN" sz="1600" kern="100" dirty="0">
                <a:solidFill>
                  <a:schemeClr val="accent1"/>
                </a:solidFill>
                <a:latin typeface="+mj-lt"/>
                <a:ea typeface="微软雅黑" panose="020B0503020204020204" pitchFamily="34" charset="-122"/>
                <a:cs typeface="Times New Roman" panose="02020603050405020304" pitchFamily="18" charset="0"/>
              </a:rPr>
              <a:t>							</a:t>
            </a:r>
          </a:p>
        </p:txBody>
      </p:sp>
    </p:spTree>
    <p:extLst>
      <p:ext uri="{BB962C8B-B14F-4D97-AF65-F5344CB8AC3E}">
        <p14:creationId xmlns:p14="http://schemas.microsoft.com/office/powerpoint/2010/main" val="21396298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4D0DB561-F917-49B9-A0FD-C762126B8DF6}"/>
              </a:ext>
            </a:extLst>
          </p:cNvPr>
          <p:cNvPicPr>
            <a:picLocks noChangeAspect="1"/>
          </p:cNvPicPr>
          <p:nvPr/>
        </p:nvPicPr>
        <p:blipFill rotWithShape="1">
          <a:blip r:embed="rId3"/>
          <a:srcRect l="6293" r="6293"/>
          <a:stretch/>
        </p:blipFill>
        <p:spPr>
          <a:xfrm>
            <a:off x="0" y="-47613"/>
            <a:ext cx="12192000" cy="6953226"/>
          </a:xfrm>
          <a:prstGeom prst="rect">
            <a:avLst/>
          </a:prstGeom>
        </p:spPr>
      </p:pic>
      <p:sp>
        <p:nvSpPr>
          <p:cNvPr id="9" name="矩形 2">
            <a:extLst>
              <a:ext uri="{FF2B5EF4-FFF2-40B4-BE49-F238E27FC236}">
                <a16:creationId xmlns:a16="http://schemas.microsoft.com/office/drawing/2014/main" id="{01BF4748-0A47-1046-9F94-9BED5FBBEBF6}"/>
              </a:ext>
            </a:extLst>
          </p:cNvPr>
          <p:cNvSpPr/>
          <p:nvPr/>
        </p:nvSpPr>
        <p:spPr>
          <a:xfrm>
            <a:off x="653425" y="2875002"/>
            <a:ext cx="10885148" cy="1015663"/>
          </a:xfrm>
          <a:prstGeom prst="rect">
            <a:avLst/>
          </a:prstGeom>
        </p:spPr>
        <p:txBody>
          <a:bodyPr wrap="square">
            <a:spAutoFit/>
          </a:bodyPr>
          <a:lstStyle/>
          <a:p>
            <a:pPr algn="ctr"/>
            <a:r>
              <a:rPr lang="en-US" altLang="zh-CN" sz="6000" b="1" spc="300" dirty="0">
                <a:solidFill>
                  <a:schemeClr val="bg1"/>
                </a:solidFill>
                <a:latin typeface="DengXian" panose="02010600030101010101" pitchFamily="2" charset="-122"/>
                <a:ea typeface="DengXian" panose="02010600030101010101" pitchFamily="2" charset="-122"/>
              </a:rPr>
              <a:t>Thank you</a:t>
            </a:r>
            <a:r>
              <a:rPr lang="zh-CN" altLang="en-US" sz="6000" b="1" spc="300" dirty="0">
                <a:solidFill>
                  <a:schemeClr val="bg1"/>
                </a:solidFill>
                <a:latin typeface="DengXian" panose="02010600030101010101" pitchFamily="2" charset="-122"/>
                <a:ea typeface="DengXian" panose="02010600030101010101" pitchFamily="2" charset="-122"/>
              </a:rPr>
              <a:t>！</a:t>
            </a:r>
          </a:p>
        </p:txBody>
      </p:sp>
      <p:pic>
        <p:nvPicPr>
          <p:cNvPr id="7" name="Picture 6" descr="Text, logo&#10;&#10;Description automatically generated">
            <a:extLst>
              <a:ext uri="{FF2B5EF4-FFF2-40B4-BE49-F238E27FC236}">
                <a16:creationId xmlns:a16="http://schemas.microsoft.com/office/drawing/2014/main" id="{44EB071A-3755-E945-84CF-1C2EF922215C}"/>
              </a:ext>
            </a:extLst>
          </p:cNvPr>
          <p:cNvPicPr>
            <a:picLocks noChangeAspect="1"/>
          </p:cNvPicPr>
          <p:nvPr/>
        </p:nvPicPr>
        <p:blipFill>
          <a:blip r:embed="rId4"/>
          <a:stretch>
            <a:fillRect/>
          </a:stretch>
        </p:blipFill>
        <p:spPr>
          <a:xfrm>
            <a:off x="4975250" y="6132659"/>
            <a:ext cx="2932768" cy="409921"/>
          </a:xfrm>
          <a:prstGeom prst="rect">
            <a:avLst/>
          </a:prstGeom>
        </p:spPr>
      </p:pic>
    </p:spTree>
    <p:extLst>
      <p:ext uri="{BB962C8B-B14F-4D97-AF65-F5344CB8AC3E}">
        <p14:creationId xmlns:p14="http://schemas.microsoft.com/office/powerpoint/2010/main" val="42244258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HN​​">
  <a:themeElements>
    <a:clrScheme name="mindray">
      <a:dk1>
        <a:srgbClr val="333333"/>
      </a:dk1>
      <a:lt1>
        <a:srgbClr val="FFFFFF"/>
      </a:lt1>
      <a:dk2>
        <a:srgbClr val="333333"/>
      </a:dk2>
      <a:lt2>
        <a:srgbClr val="FFFFFF"/>
      </a:lt2>
      <a:accent1>
        <a:srgbClr val="C00000"/>
      </a:accent1>
      <a:accent2>
        <a:srgbClr val="FF0000"/>
      </a:accent2>
      <a:accent3>
        <a:srgbClr val="333333"/>
      </a:accent3>
      <a:accent4>
        <a:srgbClr val="D6D6D6"/>
      </a:accent4>
      <a:accent5>
        <a:srgbClr val="F2F2F2"/>
      </a:accent5>
      <a:accent6>
        <a:srgbClr val="FFFFFF"/>
      </a:accent6>
      <a:hlink>
        <a:srgbClr val="FFFFFF"/>
      </a:hlink>
      <a:folHlink>
        <a:srgbClr val="FFFFFF"/>
      </a:folHlink>
    </a:clrScheme>
    <a:fontScheme name="myriad">
      <a:majorFont>
        <a:latin typeface="Myriad Pro"/>
        <a:ea typeface="微软雅黑"/>
        <a:cs typeface=""/>
      </a:majorFont>
      <a:minorFont>
        <a:latin typeface="Myriad Pro"/>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7872</TotalTime>
  <Words>506</Words>
  <Application>Microsoft Office PowerPoint</Application>
  <PresentationFormat>Widescreen</PresentationFormat>
  <Paragraphs>94</Paragraphs>
  <Slides>7</Slides>
  <Notes>7</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4" baseType="lpstr">
      <vt:lpstr>等线</vt:lpstr>
      <vt:lpstr>等线</vt:lpstr>
      <vt:lpstr>Arial</vt:lpstr>
      <vt:lpstr>Calibri</vt:lpstr>
      <vt:lpstr>Myriad Pro</vt:lpstr>
      <vt:lpstr>CHN​​</vt:lpstr>
      <vt:lpstr>think-cell 幻灯片</vt:lpstr>
      <vt:lpstr>PowerPoint Presentation</vt:lpstr>
      <vt:lpstr>Defect</vt:lpstr>
      <vt:lpstr>Previous Verification</vt:lpstr>
      <vt:lpstr>Repair Process</vt:lpstr>
      <vt:lpstr>Check after upgrade</vt:lpstr>
      <vt:lpstr>Check after upgrade</vt:lpstr>
      <vt:lpstr>PowerPoint Presentation</vt:lpstr>
    </vt:vector>
  </TitlesOfParts>
  <Company>mindray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郑少伟 Zheng Shaowei</dc:creator>
  <cp:lastModifiedBy>Marcos Magalhaes</cp:lastModifiedBy>
  <cp:revision>457</cp:revision>
  <dcterms:created xsi:type="dcterms:W3CDTF">2021-03-30T02:14:39Z</dcterms:created>
  <dcterms:modified xsi:type="dcterms:W3CDTF">2025-02-26T18:47:24Z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803e81e-eefe-45a3-a30f-5a4cc27ba119_Enabled">
    <vt:lpwstr>true</vt:lpwstr>
  </property>
  <property fmtid="{D5CDD505-2E9C-101B-9397-08002B2CF9AE}" pid="3" name="MSIP_Label_0803e81e-eefe-45a3-a30f-5a4cc27ba119_SetDate">
    <vt:lpwstr>2024-11-21T18:31:18Z</vt:lpwstr>
  </property>
  <property fmtid="{D5CDD505-2E9C-101B-9397-08002B2CF9AE}" pid="4" name="MSIP_Label_0803e81e-eefe-45a3-a30f-5a4cc27ba119_Method">
    <vt:lpwstr>Standard</vt:lpwstr>
  </property>
  <property fmtid="{D5CDD505-2E9C-101B-9397-08002B2CF9AE}" pid="5" name="MSIP_Label_0803e81e-eefe-45a3-a30f-5a4cc27ba119_Name">
    <vt:lpwstr>Internal_DLP</vt:lpwstr>
  </property>
  <property fmtid="{D5CDD505-2E9C-101B-9397-08002B2CF9AE}" pid="6" name="MSIP_Label_0803e81e-eefe-45a3-a30f-5a4cc27ba119_SiteId">
    <vt:lpwstr>6948ac66-a126-4ae2-8e01-4b2742ddf8e3</vt:lpwstr>
  </property>
  <property fmtid="{D5CDD505-2E9C-101B-9397-08002B2CF9AE}" pid="7" name="MSIP_Label_0803e81e-eefe-45a3-a30f-5a4cc27ba119_ActionId">
    <vt:lpwstr>59076cb4-4643-4d7b-9325-abffdb069dd2</vt:lpwstr>
  </property>
  <property fmtid="{D5CDD505-2E9C-101B-9397-08002B2CF9AE}" pid="8" name="MSIP_Label_0803e81e-eefe-45a3-a30f-5a4cc27ba119_ContentBits">
    <vt:lpwstr>0</vt:lpwstr>
  </property>
</Properties>
</file>